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6"/>
  </p:handoutMasterIdLst>
  <p:sldIdLst>
    <p:sldId id="256" r:id="rId3"/>
    <p:sldId id="257" r:id="rId5"/>
    <p:sldId id="258" r:id="rId6"/>
    <p:sldId id="260" r:id="rId7"/>
    <p:sldId id="261" r:id="rId8"/>
    <p:sldId id="263" r:id="rId9"/>
    <p:sldId id="264" r:id="rId10"/>
    <p:sldId id="265" r:id="rId11"/>
    <p:sldId id="266" r:id="rId12"/>
    <p:sldId id="267" r:id="rId13"/>
    <p:sldId id="268" r:id="rId14"/>
    <p:sldId id="269" r:id="rId15"/>
  </p:sldIdLst>
  <p:sldSz cx="12192000" cy="6858000"/>
  <p:notesSz cx="6858000" cy="9144000"/>
  <p:custDataLst>
    <p:tags r:id="rId2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CDCDC"/>
    <a:srgbClr val="F0F0F0"/>
    <a:srgbClr val="E6E6E6"/>
    <a:srgbClr val="C8C8C8"/>
    <a:srgbClr val="FFFFFF"/>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p:cViewPr varScale="1">
        <p:scale>
          <a:sx n="78" d="100"/>
          <a:sy n="78" d="100"/>
        </p:scale>
        <p:origin x="654" y="54"/>
      </p:cViewPr>
      <p:guideLst>
        <p:guide orient="horz" pos="222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0" Type="http://schemas.openxmlformats.org/officeDocument/2006/relationships/tags" Target="tags/tag74.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5" Type="http://schemas.openxmlformats.org/officeDocument/2006/relationships/image" Target="../media/image8.wmf"/><Relationship Id="rId4" Type="http://schemas.openxmlformats.org/officeDocument/2006/relationships/image" Target="../media/image7.wmf"/><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6.vml.rels><?xml version="1.0" encoding="UTF-8" standalone="yes"?>
<Relationships xmlns="http://schemas.openxmlformats.org/package/2006/relationships"><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7" Type="http://schemas.openxmlformats.org/officeDocument/2006/relationships/image" Target="../media/image30.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2.wmf"/><Relationship Id="rId2" Type="http://schemas.openxmlformats.org/officeDocument/2006/relationships/image" Target="../media/image31.wmf"/><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微软雅黑" panose="020B0503020204020204" charset="-122"/>
              <a:ea typeface="微软雅黑" panose="020B050302020402020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微软雅黑" panose="020B0503020204020204" charset="-122"/>
              <a:ea typeface="微软雅黑" panose="020B050302020402020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微软雅黑" panose="020B0503020204020204" charset="-122"/>
                <a:ea typeface="微软雅黑" panose="020B0503020204020204" charset="-122"/>
              </a:rPr>
            </a:fld>
            <a:endParaRPr lang="zh-CN" altLang="en-US" smtClean="0">
              <a:latin typeface="微软雅黑" panose="020B0503020204020204" charset="-122"/>
              <a:ea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defRPr>
            </a:lvl1pPr>
          </a:lstStyle>
          <a:p>
            <a:fld id="{1AC49D05-6128-4D0D-A32A-06A5E73B386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defRPr>
            </a:lvl1pPr>
          </a:lstStyle>
          <a:p>
            <a:fld id="{5849F42C-2DAE-424C-A4B8-3140182C3E9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600" kern="1200">
        <a:solidFill>
          <a:schemeClr val="tx1"/>
        </a:solidFill>
        <a:latin typeface="微软雅黑" panose="020B0503020204020204" charset="-122"/>
        <a:ea typeface="微软雅黑" panose="020B0503020204020204" charset="-122"/>
        <a:cs typeface="+mn-cs"/>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r</a:t>
            </a:r>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669882" y="2588281"/>
            <a:ext cx="10852237" cy="899167"/>
          </a:xfrm>
        </p:spPr>
        <p:txBody>
          <a:bodyPr lIns="101600" tIns="38100" rIns="25400" bIns="38100" anchor="t" anchorCtr="0">
            <a:noAutofit/>
          </a:bodyPr>
          <a:lstStyle>
            <a:lvl1pPr algn="ctr">
              <a:defRPr sz="5400" b="0" spc="600">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669882" y="3566160"/>
            <a:ext cx="10852237" cy="950984"/>
          </a:xfrm>
        </p:spPr>
        <p:txBody>
          <a:bodyPr lIns="101600" tIns="38100" rIns="76200" bIns="38100">
            <a:noAutofit/>
          </a:bodyPr>
          <a:lstStyle>
            <a:lvl1pPr marL="0" indent="0" algn="ctr" eaLnBrk="1" fontAlgn="auto" latinLnBrk="0" hangingPunct="1">
              <a:lnSpc>
                <a:spcPct val="100000"/>
              </a:lnSpc>
              <a:buNone/>
              <a:defRPr sz="2400" u="none" strike="noStrike" kern="1200" cap="none" spc="200" normalizeH="0" baseline="0">
                <a:solidFill>
                  <a:schemeClr val="tx1"/>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3"/>
            </p:custDataLst>
          </p:nvPr>
        </p:nvSpPr>
        <p:spPr>
          <a:xfrm>
            <a:off x="669882" y="1296000"/>
            <a:ext cx="10852237" cy="5041355"/>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3808730"/>
            <a:ext cx="10852237" cy="624845"/>
          </a:xfrm>
        </p:spPr>
        <p:txBody>
          <a:bodyPr lIns="101600" tIns="38100" rIns="63500" bIns="38100" anchor="t" anchorCtr="0">
            <a:noAutofit/>
          </a:bodyPr>
          <a:lstStyle>
            <a:lvl1pPr>
              <a:defRPr sz="3600" b="0" u="none" strike="noStrike" kern="1200" cap="none" spc="300" normalizeH="0">
                <a:solidFill>
                  <a:schemeClr val="tx1"/>
                </a:solidFill>
                <a:effectLst>
                  <a:outerShdw blurRad="38100" dist="38100" dir="2700000" algn="tl">
                    <a:srgbClr val="000000">
                      <a:alpha val="43137"/>
                    </a:srgbClr>
                  </a:outerShdw>
                </a:effectLst>
                <a:uFillTx/>
              </a:defRPr>
            </a:lvl1pPr>
          </a:lstStyle>
          <a:p>
            <a:r>
              <a:rPr lang="zh-CN" altLang="en-US" dirty="0"/>
              <a:t>单击此处编辑母版标题样式</a:t>
            </a:r>
            <a:endParaRPr lang="zh-CN" altLang="en-US" dirty="0"/>
          </a:p>
        </p:txBody>
      </p:sp>
      <p:sp>
        <p:nvSpPr>
          <p:cNvPr id="3" name="文本占位符 2"/>
          <p:cNvSpPr>
            <a:spLocks noGrp="1"/>
          </p:cNvSpPr>
          <p:nvPr>
            <p:ph type="body" idx="1"/>
            <p:custDataLst>
              <p:tags r:id="rId3"/>
            </p:custDataLst>
          </p:nvPr>
        </p:nvSpPr>
        <p:spPr>
          <a:xfrm>
            <a:off x="669925" y="4511675"/>
            <a:ext cx="10852237" cy="1077985"/>
          </a:xfrm>
        </p:spPr>
        <p:txBody>
          <a:bodyPr lIns="101600" tIns="38100" rIns="76200" bIns="38100">
            <a:noAutofit/>
          </a:bodyPr>
          <a:lstStyle>
            <a:lvl1pPr marL="0" indent="0" eaLnBrk="1" fontAlgn="auto" latinLnBrk="0" hangingPunct="1">
              <a:buNone/>
              <a:defRPr kumimoji="0" lang="zh-CN" altLang="en-US" sz="1600" b="0" i="0" u="none" strike="noStrike" kern="1200" cap="none" spc="150" normalizeH="0" baseline="0" noProof="1">
                <a:solidFill>
                  <a:schemeClr val="tx1"/>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sz="half" idx="1"/>
            <p:custDataLst>
              <p:tags r:id="rId3"/>
            </p:custDataLst>
          </p:nvPr>
        </p:nvSpPr>
        <p:spPr>
          <a:xfrm>
            <a:off x="669930" y="1296000"/>
            <a:ext cx="5283242" cy="5040000"/>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内容占位符 3"/>
          <p:cNvSpPr>
            <a:spLocks noGrp="1"/>
          </p:cNvSpPr>
          <p:nvPr>
            <p:ph sz="half" idx="2"/>
            <p:custDataLst>
              <p:tags r:id="rId4"/>
            </p:custDataLst>
          </p:nvPr>
        </p:nvSpPr>
        <p:spPr>
          <a:xfrm>
            <a:off x="6238877" y="1296000"/>
            <a:ext cx="5283242" cy="5040000"/>
          </a:xfrm>
        </p:spPr>
        <p:txBody>
          <a:bodyPr>
            <a:noAutofit/>
          </a:bodyPr>
          <a:lstStyle>
            <a:lvl1pPr>
              <a:defRPr sz="1600">
                <a:solidFill>
                  <a:schemeClr val="tx1">
                    <a:lumMod val="75000"/>
                    <a:lumOff val="25000"/>
                  </a:schemeClr>
                </a:solidFill>
              </a:defRPr>
            </a:lvl1pPr>
            <a:lvl2pPr>
              <a:defRPr sz="16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32000"/>
            <a:ext cx="10852237" cy="648000"/>
          </a:xfrm>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3"/>
            </p:custDataLst>
          </p:nvPr>
        </p:nvSpPr>
        <p:spPr>
          <a:xfrm>
            <a:off x="669930" y="1296000"/>
            <a:ext cx="5283242" cy="381003"/>
          </a:xfrm>
        </p:spPr>
        <p:txBody>
          <a:bodyPr lIns="101600" tIns="38100" rIns="76200" bIns="38100" anchor="t" anchorCtr="0">
            <a:no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69925" y="1789043"/>
            <a:ext cx="5283200"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5"/>
            </p:custDataLst>
          </p:nvPr>
        </p:nvSpPr>
        <p:spPr>
          <a:xfrm>
            <a:off x="6235750" y="1296000"/>
            <a:ext cx="5283242" cy="381003"/>
          </a:xfrm>
        </p:spPr>
        <p:txBody>
          <a:bodyPr vert="horz" lIns="101600" tIns="38100" rIns="76200" bIns="38100" rtlCol="0" anchor="t" anchorCtr="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6"/>
            </p:custDataLst>
          </p:nvPr>
        </p:nvSpPr>
        <p:spPr>
          <a:xfrm>
            <a:off x="6235750" y="1789043"/>
            <a:ext cx="5283242" cy="4552234"/>
          </a:xfrm>
        </p:spPr>
        <p:txBody>
          <a:bodyPr vert="horz" lIns="101600" tIns="0" rIns="82550" bIns="0"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vert="horz" lIns="101600" tIns="38100" rIns="76200" bIns="38100" rtlCol="0" anchor="ctr" anchorCtr="0">
            <a:noAutofit/>
          </a:bodyPr>
          <a:lstStyle>
            <a:lvl1pPr marL="0" marR="0" lvl="0" algn="l" defTabSz="914400" rtl="0" eaLnBrk="1" fontAlgn="auto" latinLnBrk="0" hangingPunct="1">
              <a:lnSpc>
                <a:spcPct val="100000"/>
              </a:lnSpc>
              <a:buNone/>
              <a:defRPr kumimoji="0" lang="zh-CN" altLang="en-US" sz="28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69930" y="1296000"/>
            <a:ext cx="5283242" cy="5040000"/>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1296000"/>
            <a:ext cx="5283242" cy="5040000"/>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lumMod val="75000"/>
                    <a:lumOff val="25000"/>
                  </a:schemeClr>
                </a:solidFill>
                <a:uFillTx/>
                <a:latin typeface="+mn-lt"/>
                <a:ea typeface="+mn-ea"/>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lstStyle/>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lIns="101600" tIns="38100" rIns="76200" bIns="38100" rtlCol="0" anchor="ctr" anchorCtr="0">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mj-lt"/>
                <a:ea typeface="+mj-ea"/>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solidFill>
                  <a:schemeClr val="tx1">
                    <a:lumMod val="75000"/>
                    <a:lumOff val="25000"/>
                  </a:schemeClr>
                </a:solidFill>
              </a:defRPr>
            </a:lvl1pPr>
            <a:lvl2pPr indent="0" eaLnBrk="1" fontAlgn="auto" latinLnBrk="0" hangingPunct="1">
              <a:defRPr>
                <a:solidFill>
                  <a:schemeClr val="tx1">
                    <a:lumMod val="75000"/>
                    <a:lumOff val="25000"/>
                  </a:schemeClr>
                </a:solidFill>
              </a:defRPr>
            </a:lvl2pPr>
            <a:lvl3pPr indent="0" eaLnBrk="1" fontAlgn="auto" latinLnBrk="0" hangingPunct="1">
              <a:defRPr>
                <a:solidFill>
                  <a:schemeClr val="tx1">
                    <a:lumMod val="75000"/>
                    <a:lumOff val="25000"/>
                  </a:schemeClr>
                </a:solidFill>
              </a:defRPr>
            </a:lvl3pPr>
            <a:lvl4pPr indent="0" eaLnBrk="1" fontAlgn="auto" latinLnBrk="0" hangingPunct="1">
              <a:defRPr>
                <a:solidFill>
                  <a:schemeClr val="tx1">
                    <a:lumMod val="75000"/>
                    <a:lumOff val="25000"/>
                  </a:schemeClr>
                </a:solidFill>
              </a:defRPr>
            </a:lvl4pPr>
            <a:lvl5pPr indent="0" eaLnBrk="1" fontAlgn="auto" latinLnBrk="0" hangingPunct="1">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69930" y="952508"/>
            <a:ext cx="10852237" cy="5040000"/>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669882" y="2588281"/>
            <a:ext cx="10852237" cy="899167"/>
          </a:xfrm>
        </p:spPr>
        <p:txBody>
          <a:bodyPr vert="horz" lIns="101600" tIns="38100" rIns="25400" bIns="38100" rtlCol="0" anchor="t" anchorCtr="0">
            <a:noAutofit/>
          </a:bodyPr>
          <a:lstStyle>
            <a:lvl1pPr marL="0" marR="0" algn="ctr" defTabSz="914400" rtl="0" eaLnBrk="1" fontAlgn="auto" latinLnBrk="0" hangingPunct="1">
              <a:lnSpc>
                <a:spcPct val="100000"/>
              </a:lnSpc>
              <a:buNone/>
              <a:defRPr kumimoji="0" lang="zh-CN" altLang="en-US" sz="5400" b="0" i="0" u="none" strike="noStrike" kern="1200" cap="none" spc="600" normalizeH="0" baseline="0" noProof="1" dirty="0">
                <a:solidFill>
                  <a:schemeClr val="tx1"/>
                </a:solidFill>
                <a:effectLst>
                  <a:outerShdw blurRad="38100" dist="38100" dir="2700000" algn="tl">
                    <a:srgbClr val="000000">
                      <a:alpha val="43137"/>
                    </a:srgbClr>
                  </a:outerShdw>
                </a:effectLst>
                <a:uFillTx/>
                <a:latin typeface="+mj-lt"/>
                <a:ea typeface="+mj-ea"/>
                <a:cs typeface="+mj-cs"/>
                <a:sym typeface="+mn-ea"/>
              </a:defRPr>
            </a:lvl1pPr>
          </a:lstStyle>
          <a:p>
            <a:pPr lvl="0"/>
            <a:r>
              <a:rPr>
                <a:sym typeface="+mn-ea"/>
              </a:rPr>
              <a:t>单击此处编辑标题</a:t>
            </a:r>
            <a:endParaRPr>
              <a:sym typeface="+mn-ea"/>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tags" Target="../tags/tag56.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DCDCDC"/>
            </a:gs>
          </a:gsLst>
          <a:lin ang="5400000" scaled="0"/>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69882" y="432000"/>
            <a:ext cx="10852237" cy="648000"/>
          </a:xfrm>
          <a:prstGeom prst="rect">
            <a:avLst/>
          </a:prstGeom>
        </p:spPr>
        <p:txBody>
          <a:bodyPr vert="horz" lIns="101600" tIns="38100" rIns="76200" bIns="38100" rtlCol="0" anchor="ctr" anchorCtr="0">
            <a:no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69882" y="1296000"/>
            <a:ext cx="10852237" cy="5040000"/>
          </a:xfrm>
          <a:prstGeom prst="rect">
            <a:avLst/>
          </a:prstGeom>
        </p:spPr>
        <p:txBody>
          <a:bodyPr vert="horz" lIns="101600" tIns="0" rIns="82550" bIns="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879742" y="6349833"/>
            <a:ext cx="2700000" cy="316800"/>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49833"/>
            <a:ext cx="3960000" cy="316800"/>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49833"/>
            <a:ext cx="2700000" cy="316800"/>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dirty="0"/>
          </a:p>
        </p:txBody>
      </p:sp>
      <p:sp>
        <p:nvSpPr>
          <p:cNvPr id="7"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2800" b="1" u="none" strike="noStrike" kern="1200" cap="none" spc="200" normalizeH="0">
          <a:solidFill>
            <a:schemeClr val="tx1"/>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n-lt"/>
          <a:ea typeface="+mn-ea"/>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1.vml"/><Relationship Id="rId4" Type="http://schemas.openxmlformats.org/officeDocument/2006/relationships/slideLayout" Target="../slideLayouts/slideLayout1.xml"/><Relationship Id="rId3" Type="http://schemas.openxmlformats.org/officeDocument/2006/relationships/tags" Target="../tags/tag62.xml"/><Relationship Id="rId2" Type="http://schemas.openxmlformats.org/officeDocument/2006/relationships/image" Target="../media/image1.wmf"/><Relationship Id="rId1"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2.vml"/><Relationship Id="rId7" Type="http://schemas.openxmlformats.org/officeDocument/2006/relationships/slideLayout" Target="../slideLayouts/slideLayout2.xml"/><Relationship Id="rId6" Type="http://schemas.openxmlformats.org/officeDocument/2006/relationships/tags" Target="../tags/tag64.xml"/><Relationship Id="rId5" Type="http://schemas.openxmlformats.org/officeDocument/2006/relationships/oleObject" Target="../embeddings/oleObject4.bin"/><Relationship Id="rId4" Type="http://schemas.openxmlformats.org/officeDocument/2006/relationships/image" Target="../media/image3.wmf"/><Relationship Id="rId3" Type="http://schemas.openxmlformats.org/officeDocument/2006/relationships/oleObject" Target="../embeddings/oleObject3.bin"/><Relationship Id="rId2" Type="http://schemas.openxmlformats.org/officeDocument/2006/relationships/image" Target="../media/image2.wmf"/><Relationship Id="rId1"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9" Type="http://schemas.openxmlformats.org/officeDocument/2006/relationships/oleObject" Target="../embeddings/oleObject9.bin"/><Relationship Id="rId8" Type="http://schemas.openxmlformats.org/officeDocument/2006/relationships/image" Target="../media/image7.wmf"/><Relationship Id="rId7" Type="http://schemas.openxmlformats.org/officeDocument/2006/relationships/oleObject" Target="../embeddings/oleObject8.bin"/><Relationship Id="rId6" Type="http://schemas.openxmlformats.org/officeDocument/2006/relationships/image" Target="../media/image6.wmf"/><Relationship Id="rId5" Type="http://schemas.openxmlformats.org/officeDocument/2006/relationships/oleObject" Target="../embeddings/oleObject7.bin"/><Relationship Id="rId4" Type="http://schemas.openxmlformats.org/officeDocument/2006/relationships/image" Target="../media/image5.wmf"/><Relationship Id="rId3" Type="http://schemas.openxmlformats.org/officeDocument/2006/relationships/oleObject" Target="../embeddings/oleObject6.bin"/><Relationship Id="rId2" Type="http://schemas.openxmlformats.org/officeDocument/2006/relationships/image" Target="../media/image4.wmf"/><Relationship Id="rId14" Type="http://schemas.openxmlformats.org/officeDocument/2006/relationships/notesSlide" Target="../notesSlides/notesSlide4.xml"/><Relationship Id="rId13" Type="http://schemas.openxmlformats.org/officeDocument/2006/relationships/vmlDrawing" Target="../drawings/vmlDrawing3.vml"/><Relationship Id="rId12" Type="http://schemas.openxmlformats.org/officeDocument/2006/relationships/slideLayout" Target="../slideLayouts/slideLayout2.xml"/><Relationship Id="rId11" Type="http://schemas.openxmlformats.org/officeDocument/2006/relationships/tags" Target="../tags/tag65.xml"/><Relationship Id="rId10" Type="http://schemas.openxmlformats.org/officeDocument/2006/relationships/image" Target="../media/image8.wmf"/><Relationship Id="rId1" Type="http://schemas.openxmlformats.org/officeDocument/2006/relationships/oleObject" Target="../embeddings/oleObject5.bin"/></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2.xml"/><Relationship Id="rId7" Type="http://schemas.openxmlformats.org/officeDocument/2006/relationships/tags" Target="../tags/tag66.xml"/><Relationship Id="rId6" Type="http://schemas.openxmlformats.org/officeDocument/2006/relationships/image" Target="../media/image11.wmf"/><Relationship Id="rId5" Type="http://schemas.openxmlformats.org/officeDocument/2006/relationships/oleObject" Target="../embeddings/oleObject12.bin"/><Relationship Id="rId4" Type="http://schemas.openxmlformats.org/officeDocument/2006/relationships/image" Target="../media/image10.wmf"/><Relationship Id="rId3" Type="http://schemas.openxmlformats.org/officeDocument/2006/relationships/oleObject" Target="../embeddings/oleObject11.bin"/><Relationship Id="rId2" Type="http://schemas.openxmlformats.org/officeDocument/2006/relationships/image" Target="../media/image9.wmf"/><Relationship Id="rId10" Type="http://schemas.openxmlformats.org/officeDocument/2006/relationships/notesSlide" Target="../notesSlides/notesSlide5.xml"/><Relationship Id="rId1" Type="http://schemas.openxmlformats.org/officeDocument/2006/relationships/oleObject" Target="../embeddings/oleObject10.bin"/></Relationships>
</file>

<file path=ppt/slides/_rels/slide6.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2.xml"/><Relationship Id="rId7" Type="http://schemas.openxmlformats.org/officeDocument/2006/relationships/tags" Target="../tags/tag67.xml"/><Relationship Id="rId6" Type="http://schemas.openxmlformats.org/officeDocument/2006/relationships/image" Target="../media/image14.wmf"/><Relationship Id="rId5" Type="http://schemas.openxmlformats.org/officeDocument/2006/relationships/oleObject" Target="../embeddings/oleObject15.bin"/><Relationship Id="rId4" Type="http://schemas.openxmlformats.org/officeDocument/2006/relationships/image" Target="../media/image13.wmf"/><Relationship Id="rId3" Type="http://schemas.openxmlformats.org/officeDocument/2006/relationships/oleObject" Target="../embeddings/oleObject14.bin"/><Relationship Id="rId2" Type="http://schemas.openxmlformats.org/officeDocument/2006/relationships/image" Target="../media/image12.wmf"/><Relationship Id="rId10" Type="http://schemas.openxmlformats.org/officeDocument/2006/relationships/notesSlide" Target="../notesSlides/notesSlide6.xml"/><Relationship Id="rId1" Type="http://schemas.openxmlformats.org/officeDocument/2006/relationships/oleObject" Target="../embeddings/oleObject13.bin"/></Relationships>
</file>

<file path=ppt/slides/_rels/slide7.xml.rels><?xml version="1.0" encoding="UTF-8" standalone="yes"?>
<Relationships xmlns="http://schemas.openxmlformats.org/package/2006/relationships"><Relationship Id="rId9" Type="http://schemas.openxmlformats.org/officeDocument/2006/relationships/oleObject" Target="../embeddings/oleObject20.bin"/><Relationship Id="rId8" Type="http://schemas.openxmlformats.org/officeDocument/2006/relationships/image" Target="../media/image18.wmf"/><Relationship Id="rId7" Type="http://schemas.openxmlformats.org/officeDocument/2006/relationships/oleObject" Target="../embeddings/oleObject19.bin"/><Relationship Id="rId6" Type="http://schemas.openxmlformats.org/officeDocument/2006/relationships/image" Target="../media/image17.wmf"/><Relationship Id="rId5" Type="http://schemas.openxmlformats.org/officeDocument/2006/relationships/oleObject" Target="../embeddings/oleObject18.bin"/><Relationship Id="rId4" Type="http://schemas.openxmlformats.org/officeDocument/2006/relationships/image" Target="../media/image16.wmf"/><Relationship Id="rId3" Type="http://schemas.openxmlformats.org/officeDocument/2006/relationships/oleObject" Target="../embeddings/oleObject17.bin"/><Relationship Id="rId2" Type="http://schemas.openxmlformats.org/officeDocument/2006/relationships/image" Target="../media/image15.wmf"/><Relationship Id="rId18" Type="http://schemas.openxmlformats.org/officeDocument/2006/relationships/notesSlide" Target="../notesSlides/notesSlide7.xml"/><Relationship Id="rId17" Type="http://schemas.openxmlformats.org/officeDocument/2006/relationships/vmlDrawing" Target="../drawings/vmlDrawing6.vml"/><Relationship Id="rId16" Type="http://schemas.openxmlformats.org/officeDocument/2006/relationships/slideLayout" Target="../slideLayouts/slideLayout2.xml"/><Relationship Id="rId15" Type="http://schemas.openxmlformats.org/officeDocument/2006/relationships/tags" Target="../tags/tag68.xml"/><Relationship Id="rId14" Type="http://schemas.openxmlformats.org/officeDocument/2006/relationships/image" Target="../media/image21.wmf"/><Relationship Id="rId13" Type="http://schemas.openxmlformats.org/officeDocument/2006/relationships/oleObject" Target="../embeddings/oleObject22.bin"/><Relationship Id="rId12" Type="http://schemas.openxmlformats.org/officeDocument/2006/relationships/image" Target="../media/image20.wmf"/><Relationship Id="rId11" Type="http://schemas.openxmlformats.org/officeDocument/2006/relationships/oleObject" Target="../embeddings/oleObject21.bin"/><Relationship Id="rId10" Type="http://schemas.openxmlformats.org/officeDocument/2006/relationships/image" Target="../media/image19.wmf"/><Relationship Id="rId1" Type="http://schemas.openxmlformats.org/officeDocument/2006/relationships/oleObject" Target="../embeddings/oleObject16.bin"/></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69.xml"/><Relationship Id="rId7" Type="http://schemas.openxmlformats.org/officeDocument/2006/relationships/image" Target="../media/image24.wmf"/><Relationship Id="rId6" Type="http://schemas.openxmlformats.org/officeDocument/2006/relationships/oleObject" Target="../embeddings/oleObject26.bin"/><Relationship Id="rId5" Type="http://schemas.openxmlformats.org/officeDocument/2006/relationships/image" Target="../media/image23.wmf"/><Relationship Id="rId4" Type="http://schemas.openxmlformats.org/officeDocument/2006/relationships/oleObject" Target="../embeddings/oleObject25.bin"/><Relationship Id="rId3" Type="http://schemas.openxmlformats.org/officeDocument/2006/relationships/oleObject" Target="../embeddings/oleObject24.bin"/><Relationship Id="rId2" Type="http://schemas.openxmlformats.org/officeDocument/2006/relationships/image" Target="../media/image22.wmf"/><Relationship Id="rId11" Type="http://schemas.openxmlformats.org/officeDocument/2006/relationships/notesSlide" Target="../notesSlides/notesSlide8.xml"/><Relationship Id="rId10" Type="http://schemas.openxmlformats.org/officeDocument/2006/relationships/vmlDrawing" Target="../drawings/vmlDrawing7.vml"/><Relationship Id="rId1" Type="http://schemas.openxmlformats.org/officeDocument/2006/relationships/oleObject" Target="../embeddings/oleObject23.bin"/></Relationships>
</file>

<file path=ppt/slides/_rels/slide9.xml.rels><?xml version="1.0" encoding="UTF-8" standalone="yes"?>
<Relationships xmlns="http://schemas.openxmlformats.org/package/2006/relationships"><Relationship Id="rId9" Type="http://schemas.openxmlformats.org/officeDocument/2006/relationships/image" Target="../media/image27.wmf"/><Relationship Id="rId8" Type="http://schemas.openxmlformats.org/officeDocument/2006/relationships/oleObject" Target="../embeddings/oleObject31.bin"/><Relationship Id="rId7" Type="http://schemas.openxmlformats.org/officeDocument/2006/relationships/image" Target="../media/image26.wmf"/><Relationship Id="rId6" Type="http://schemas.openxmlformats.org/officeDocument/2006/relationships/oleObject" Target="../embeddings/oleObject30.bin"/><Relationship Id="rId5" Type="http://schemas.openxmlformats.org/officeDocument/2006/relationships/image" Target="../media/image25.wmf"/><Relationship Id="rId4" Type="http://schemas.openxmlformats.org/officeDocument/2006/relationships/oleObject" Target="../embeddings/oleObject29.bin"/><Relationship Id="rId3" Type="http://schemas.openxmlformats.org/officeDocument/2006/relationships/oleObject" Target="../embeddings/oleObject28.bin"/><Relationship Id="rId2" Type="http://schemas.openxmlformats.org/officeDocument/2006/relationships/image" Target="../media/image22.wmf"/><Relationship Id="rId19" Type="http://schemas.openxmlformats.org/officeDocument/2006/relationships/notesSlide" Target="../notesSlides/notesSlide9.xml"/><Relationship Id="rId18" Type="http://schemas.openxmlformats.org/officeDocument/2006/relationships/vmlDrawing" Target="../drawings/vmlDrawing8.vml"/><Relationship Id="rId17" Type="http://schemas.openxmlformats.org/officeDocument/2006/relationships/slideLayout" Target="../slideLayouts/slideLayout2.xml"/><Relationship Id="rId16" Type="http://schemas.openxmlformats.org/officeDocument/2006/relationships/tags" Target="../tags/tag70.xml"/><Relationship Id="rId15" Type="http://schemas.openxmlformats.org/officeDocument/2006/relationships/image" Target="../media/image30.wmf"/><Relationship Id="rId14" Type="http://schemas.openxmlformats.org/officeDocument/2006/relationships/oleObject" Target="../embeddings/oleObject34.bin"/><Relationship Id="rId13" Type="http://schemas.openxmlformats.org/officeDocument/2006/relationships/image" Target="../media/image29.wmf"/><Relationship Id="rId12" Type="http://schemas.openxmlformats.org/officeDocument/2006/relationships/oleObject" Target="../embeddings/oleObject33.bin"/><Relationship Id="rId11" Type="http://schemas.openxmlformats.org/officeDocument/2006/relationships/image" Target="../media/image28.wmf"/><Relationship Id="rId10" Type="http://schemas.openxmlformats.org/officeDocument/2006/relationships/oleObject" Target="../embeddings/oleObject32.bin"/><Relationship Id="rId1" Type="http://schemas.openxmlformats.org/officeDocument/2006/relationships/oleObject" Target="../embeddings/oleObject27.bin"/></Relationships>
</file>

<file path=ppt/slides/_rels/slide10.xml.rels><?xml version="1.0" encoding="UTF-8" standalone="yes"?>
<Relationships xmlns="http://schemas.openxmlformats.org/package/2006/relationships"><Relationship Id="rId9" Type="http://schemas.openxmlformats.org/officeDocument/2006/relationships/oleObject" Target="../embeddings/oleObject39.bin"/><Relationship Id="rId8" Type="http://schemas.openxmlformats.org/officeDocument/2006/relationships/image" Target="../media/image33.wmf"/><Relationship Id="rId7" Type="http://schemas.openxmlformats.org/officeDocument/2006/relationships/oleObject" Target="../embeddings/oleObject38.bin"/><Relationship Id="rId6" Type="http://schemas.openxmlformats.org/officeDocument/2006/relationships/image" Target="../media/image32.wmf"/><Relationship Id="rId5" Type="http://schemas.openxmlformats.org/officeDocument/2006/relationships/oleObject" Target="../embeddings/oleObject37.bin"/><Relationship Id="rId4" Type="http://schemas.openxmlformats.org/officeDocument/2006/relationships/image" Target="../media/image31.wmf"/><Relationship Id="rId3" Type="http://schemas.openxmlformats.org/officeDocument/2006/relationships/oleObject" Target="../embeddings/oleObject36.bin"/><Relationship Id="rId2" Type="http://schemas.openxmlformats.org/officeDocument/2006/relationships/image" Target="../media/image4.wmf"/><Relationship Id="rId14" Type="http://schemas.openxmlformats.org/officeDocument/2006/relationships/notesSlide" Target="../notesSlides/notesSlide10.xml"/><Relationship Id="rId13" Type="http://schemas.openxmlformats.org/officeDocument/2006/relationships/vmlDrawing" Target="../drawings/vmlDrawing9.vml"/><Relationship Id="rId12" Type="http://schemas.openxmlformats.org/officeDocument/2006/relationships/slideLayout" Target="../slideLayouts/slideLayout2.xml"/><Relationship Id="rId11" Type="http://schemas.openxmlformats.org/officeDocument/2006/relationships/tags" Target="../tags/tag71.xml"/><Relationship Id="rId10" Type="http://schemas.openxmlformats.org/officeDocument/2006/relationships/image" Target="../media/image34.wmf"/><Relationship Id="rId1" Type="http://schemas.openxmlformats.org/officeDocument/2006/relationships/oleObject" Target="../embeddings/oleObject35.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7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a:hlinkClick r:id="" action="ppaction://ole?verb="/>
          </p:cNvPr>
          <p:cNvGraphicFramePr>
            <a:graphicFrameLocks noChangeAspect="1"/>
          </p:cNvGraphicFramePr>
          <p:nvPr/>
        </p:nvGraphicFramePr>
        <p:xfrm>
          <a:off x="5638800" y="3321050"/>
          <a:ext cx="914400" cy="215900"/>
        </p:xfrm>
        <a:graphic>
          <a:graphicData uri="http://schemas.openxmlformats.org/presentationml/2006/ole">
            <mc:AlternateContent xmlns:mc="http://schemas.openxmlformats.org/markup-compatibility/2006">
              <mc:Choice xmlns:v="urn:schemas-microsoft-com:vml" Requires="v">
                <p:oleObj spid="_x0000_s1025" name="" r:id="rId1" imgW="914400" imgH="215900" progId="Equation.KSEE3">
                  <p:embed/>
                </p:oleObj>
              </mc:Choice>
              <mc:Fallback>
                <p:oleObj name="" r:id="rId1" imgW="914400" imgH="215900" progId="Equation.KSEE3">
                  <p:embed/>
                  <p:pic>
                    <p:nvPicPr>
                      <p:cNvPr id="0" name="图片 1024"/>
                      <p:cNvPicPr/>
                      <p:nvPr/>
                    </p:nvPicPr>
                    <p:blipFill>
                      <a:blip r:embed="rId2"/>
                      <a:stretch>
                        <a:fillRect/>
                      </a:stretch>
                    </p:blipFill>
                    <p:spPr>
                      <a:xfrm>
                        <a:off x="5638800" y="3321050"/>
                        <a:ext cx="914400" cy="215900"/>
                      </a:xfrm>
                      <a:prstGeom prst="rect">
                        <a:avLst/>
                      </a:prstGeom>
                    </p:spPr>
                  </p:pic>
                </p:oleObj>
              </mc:Fallback>
            </mc:AlternateContent>
          </a:graphicData>
        </a:graphic>
      </p:graphicFrame>
      <p:sp>
        <p:nvSpPr>
          <p:cNvPr id="8" name="文本框 7"/>
          <p:cNvSpPr txBox="1"/>
          <p:nvPr/>
        </p:nvSpPr>
        <p:spPr>
          <a:xfrm>
            <a:off x="1875155" y="2614295"/>
            <a:ext cx="9028430" cy="706755"/>
          </a:xfrm>
          <a:prstGeom prst="rect">
            <a:avLst/>
          </a:prstGeom>
          <a:noFill/>
        </p:spPr>
        <p:txBody>
          <a:bodyPr wrap="none" rtlCol="0">
            <a:spAutoFit/>
          </a:bodyPr>
          <a:p>
            <a:pPr algn="l"/>
            <a:r>
              <a:rPr lang="en-US" altLang="zh-CN" sz="4000" b="1"/>
              <a:t>4.Random Walks and Markov Chains</a:t>
            </a:r>
            <a:endParaRPr lang="en-US" altLang="zh-CN" sz="4000" b="1"/>
          </a:p>
        </p:txBody>
      </p:sp>
      <p:sp>
        <p:nvSpPr>
          <p:cNvPr id="9" name="文本框 8"/>
          <p:cNvSpPr txBox="1"/>
          <p:nvPr/>
        </p:nvSpPr>
        <p:spPr>
          <a:xfrm>
            <a:off x="7869555" y="6113145"/>
            <a:ext cx="4150995" cy="460375"/>
          </a:xfrm>
          <a:prstGeom prst="rect">
            <a:avLst/>
          </a:prstGeom>
          <a:noFill/>
        </p:spPr>
        <p:txBody>
          <a:bodyPr wrap="square" rtlCol="0">
            <a:spAutoFit/>
          </a:bodyPr>
          <a:p>
            <a:r>
              <a:rPr lang="en-US" altLang="zh-CN" sz="2400" b="1"/>
              <a:t>Tao Zhou 2019.03.22</a:t>
            </a:r>
            <a:endParaRPr lang="en-US" altLang="zh-CN" sz="2400" b="1"/>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4025" y="743585"/>
            <a:ext cx="11014710" cy="1014730"/>
          </a:xfrm>
          <a:prstGeom prst="rect">
            <a:avLst/>
          </a:prstGeom>
          <a:noFill/>
        </p:spPr>
        <p:txBody>
          <a:bodyPr wrap="square" rtlCol="0">
            <a:spAutoFit/>
          </a:bodyPr>
          <a:p>
            <a:r>
              <a:rPr lang="en-US" altLang="zh-CN" sz="2000" b="1">
                <a:solidFill>
                  <a:srgbClr val="0070C0"/>
                </a:solidFill>
              </a:rPr>
              <a:t>A RANDOM WALK on a directed graph </a:t>
            </a:r>
            <a:r>
              <a:rPr lang="en-US" altLang="zh-CN" sz="2000" b="1">
                <a:ln/>
                <a:solidFill>
                  <a:schemeClr val="tx1"/>
                </a:solidFill>
                <a:effectLst>
                  <a:outerShdw blurRad="38100" dist="19050" dir="2700000" algn="tl" rotWithShape="0">
                    <a:schemeClr val="dk1">
                      <a:alpha val="40000"/>
                    </a:schemeClr>
                  </a:outerShdw>
                </a:effectLst>
              </a:rPr>
              <a:t>consists of a sequence of vertices generated from a start vertex by probabilistically selecting an incident edge,traversing the edge to a new vertex,and repeating the process.</a:t>
            </a:r>
            <a:endParaRPr lang="en-US" altLang="zh-CN" sz="2000" b="1">
              <a:ln/>
              <a:solidFill>
                <a:schemeClr val="tx1"/>
              </a:solidFill>
              <a:effectLst>
                <a:outerShdw blurRad="38100" dist="19050" dir="2700000" algn="tl" rotWithShape="0">
                  <a:schemeClr val="dk1">
                    <a:alpha val="40000"/>
                  </a:schemeClr>
                </a:outerShdw>
              </a:effectLst>
            </a:endParaRPr>
          </a:p>
        </p:txBody>
      </p:sp>
      <p:sp>
        <p:nvSpPr>
          <p:cNvPr id="6" name="文本框 5"/>
          <p:cNvSpPr txBox="1"/>
          <p:nvPr/>
        </p:nvSpPr>
        <p:spPr>
          <a:xfrm>
            <a:off x="454025" y="2148205"/>
            <a:ext cx="11014710" cy="706755"/>
          </a:xfrm>
          <a:prstGeom prst="rect">
            <a:avLst/>
          </a:prstGeom>
          <a:noFill/>
        </p:spPr>
        <p:txBody>
          <a:bodyPr wrap="square" rtlCol="0">
            <a:spAutoFit/>
          </a:bodyPr>
          <a:p>
            <a:r>
              <a:rPr lang="en-US" altLang="zh-CN" sz="2000" b="1">
                <a:ln/>
                <a:solidFill>
                  <a:schemeClr val="tx1"/>
                </a:solidFill>
                <a:effectLst>
                  <a:outerShdw blurRad="38100" dist="19050" dir="2700000" algn="tl" rotWithShape="0">
                    <a:schemeClr val="dk1">
                      <a:alpha val="40000"/>
                    </a:schemeClr>
                  </a:outerShdw>
                </a:effectLst>
              </a:rPr>
              <a:t>We generally assume the graph is </a:t>
            </a:r>
            <a:r>
              <a:rPr lang="en-US" altLang="zh-CN" sz="2000" b="1">
                <a:ln/>
                <a:solidFill>
                  <a:srgbClr val="0070C0"/>
                </a:solidFill>
                <a:effectLst>
                  <a:outerShdw blurRad="38100" dist="25400" dir="5400000" algn="ctr" rotWithShape="0">
                    <a:srgbClr val="6E747A">
                      <a:alpha val="43000"/>
                    </a:srgbClr>
                  </a:outerShdw>
                </a:effectLst>
              </a:rPr>
              <a:t>strongly connected</a:t>
            </a:r>
            <a:r>
              <a:rPr lang="en-US" altLang="zh-CN" sz="2000" b="1">
                <a:ln/>
                <a:solidFill>
                  <a:schemeClr val="tx1"/>
                </a:solidFill>
                <a:effectLst>
                  <a:outerShdw blurRad="38100" dist="19050" dir="2700000" algn="tl" rotWithShape="0">
                    <a:schemeClr val="dk1">
                      <a:alpha val="40000"/>
                    </a:schemeClr>
                  </a:outerShdw>
                </a:effectLst>
              </a:rPr>
              <a:t>,</a:t>
            </a:r>
            <a:r>
              <a:rPr lang="en-US" altLang="zh-CN" sz="2000" b="1">
                <a:ln/>
                <a:solidFill>
                  <a:schemeClr val="tx1"/>
                </a:solidFill>
                <a:effectLst>
                  <a:outerShdw blurRad="38100" dist="19050" dir="2700000" algn="tl" rotWithShape="0">
                    <a:schemeClr val="dk1">
                      <a:alpha val="40000"/>
                    </a:schemeClr>
                  </a:outerShdw>
                </a:effectLst>
              </a:rPr>
              <a:t>meaning that for any pair of vertices x and y,the graph contains a path of directed edges starting at x and ending at y.</a:t>
            </a:r>
            <a:endParaRPr lang="en-US" altLang="zh-CN" sz="2000" b="1">
              <a:ln/>
              <a:solidFill>
                <a:schemeClr val="tx1"/>
              </a:solidFill>
              <a:effectLst/>
            </a:endParaRPr>
          </a:p>
        </p:txBody>
      </p:sp>
      <p:sp>
        <p:nvSpPr>
          <p:cNvPr id="8" name="文本框 7"/>
          <p:cNvSpPr txBox="1"/>
          <p:nvPr/>
        </p:nvSpPr>
        <p:spPr>
          <a:xfrm>
            <a:off x="454025" y="3351530"/>
            <a:ext cx="11014710" cy="1938020"/>
          </a:xfrm>
          <a:prstGeom prst="rect">
            <a:avLst/>
          </a:prstGeom>
          <a:noFill/>
        </p:spPr>
        <p:txBody>
          <a:bodyPr wrap="square" rtlCol="0">
            <a:spAutoFit/>
          </a:bodyPr>
          <a:p>
            <a:r>
              <a:rPr lang="en-US" altLang="zh-CN" sz="2000" b="1">
                <a:solidFill>
                  <a:schemeClr val="tx1"/>
                </a:solidFill>
                <a:effectLst>
                  <a:outerShdw blurRad="38100" dist="19050" dir="2700000" algn="tl" rotWithShape="0">
                    <a:schemeClr val="dk1">
                      <a:alpha val="40000"/>
                    </a:schemeClr>
                  </a:outerShdw>
                </a:effectLst>
              </a:rPr>
              <a:t>Let p(t) be a row vector with a component for each vertex specifying the probability mass of the vertex at time t and let p(t+1) be the row vector of probabilites at time t+1.In matrix notation</a:t>
            </a:r>
            <a:endParaRPr lang="en-US" altLang="zh-CN" sz="2000" b="1">
              <a:solidFill>
                <a:schemeClr val="tx1"/>
              </a:solidFill>
              <a:effectLst>
                <a:outerShdw blurRad="38100" dist="19050" dir="2700000" algn="tl" rotWithShape="0">
                  <a:schemeClr val="dk1">
                    <a:alpha val="40000"/>
                  </a:schemeClr>
                </a:outerShdw>
              </a:effectLst>
            </a:endParaRPr>
          </a:p>
          <a:p>
            <a:pPr algn="ctr"/>
            <a:r>
              <a:rPr lang="en-US" altLang="zh-CN" sz="2000" b="1">
                <a:solidFill>
                  <a:schemeClr val="tx1"/>
                </a:solidFill>
                <a:effectLst/>
              </a:rPr>
              <a:t>             p(t)P=p(t+1)</a:t>
            </a:r>
            <a:endParaRPr lang="en-US" altLang="zh-CN" sz="2000" b="1">
              <a:solidFill>
                <a:schemeClr val="tx1"/>
              </a:solidFill>
              <a:effectLst/>
            </a:endParaRPr>
          </a:p>
          <a:p>
            <a:r>
              <a:rPr lang="en-US" altLang="zh-CN" sz="2000" b="1">
                <a:solidFill>
                  <a:schemeClr val="tx1"/>
                </a:solidFill>
                <a:effectLst/>
              </a:rPr>
              <a:t>where the (ij)th entry of the matrix P is the probability of the walk at vertex i selecting the edge to vertex j.</a:t>
            </a:r>
            <a:endParaRPr lang="en-US" altLang="zh-CN" sz="2000" b="1">
              <a:solidFill>
                <a:schemeClr val="tx1"/>
              </a:solidFill>
              <a:effectLst/>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4025" y="743585"/>
            <a:ext cx="11014710" cy="132207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A MARKOV CHAIN </a:t>
            </a:r>
            <a:r>
              <a:rPr lang="en-US" altLang="zh-CN" sz="2000" b="1">
                <a:solidFill>
                  <a:schemeClr val="tx1"/>
                </a:solidFill>
                <a:effectLst>
                  <a:outerShdw blurRad="38100" dist="19050" dir="2700000" algn="tl" rotWithShape="0">
                    <a:schemeClr val="dk1">
                      <a:alpha val="40000"/>
                    </a:schemeClr>
                  </a:outerShdw>
                </a:effectLst>
              </a:rPr>
              <a:t>has a finite set of states. For each pair of states x and y, there is a transition probability       of going from state x to state y where for each x,               . </a:t>
            </a:r>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The matrix P consisting of the       is called the</a:t>
            </a:r>
            <a:r>
              <a:rPr lang="en-US" altLang="zh-CN" sz="2000" b="1">
                <a:ln/>
                <a:solidFill>
                  <a:schemeClr val="accent1"/>
                </a:solidFill>
                <a:effectLst>
                  <a:outerShdw blurRad="38100" dist="25400" dir="5400000" algn="ctr" rotWithShape="0">
                    <a:srgbClr val="6E747A">
                      <a:alpha val="43000"/>
                    </a:srgbClr>
                  </a:outerShdw>
                </a:effectLst>
              </a:rPr>
              <a:t> transition probability matrix</a:t>
            </a:r>
            <a:r>
              <a:rPr lang="en-US" altLang="zh-CN" sz="2000" b="1">
                <a:solidFill>
                  <a:schemeClr val="tx1"/>
                </a:solidFill>
                <a:effectLst>
                  <a:outerShdw blurRad="38100" dist="19050" dir="2700000" algn="tl" rotWithShape="0">
                    <a:schemeClr val="dk1">
                      <a:alpha val="40000"/>
                    </a:schemeClr>
                  </a:outerShdw>
                </a:effectLst>
              </a:rPr>
              <a:t> of the chain.</a:t>
            </a:r>
            <a:endParaRPr lang="en-US" altLang="zh-CN" sz="2000" b="1">
              <a:solidFill>
                <a:schemeClr val="tx1"/>
              </a:solidFill>
              <a:effectLst>
                <a:outerShdw blurRad="38100" dist="19050" dir="2700000" algn="tl" rotWithShape="0">
                  <a:schemeClr val="dk1">
                    <a:alpha val="40000"/>
                  </a:schemeClr>
                </a:outerShdw>
              </a:effectLst>
            </a:endParaRPr>
          </a:p>
        </p:txBody>
      </p:sp>
      <p:sp>
        <p:nvSpPr>
          <p:cNvPr id="6" name="文本框 5"/>
          <p:cNvSpPr txBox="1"/>
          <p:nvPr/>
        </p:nvSpPr>
        <p:spPr>
          <a:xfrm>
            <a:off x="454025" y="2492375"/>
            <a:ext cx="11014710" cy="706755"/>
          </a:xfrm>
          <a:prstGeom prst="rect">
            <a:avLst/>
          </a:prstGeom>
          <a:noFill/>
        </p:spPr>
        <p:txBody>
          <a:bodyPr wrap="square" rtlCol="0">
            <a:spAutoFit/>
          </a:bodyPr>
          <a:p>
            <a:r>
              <a:rPr lang="en-US" altLang="zh-CN" sz="2000" b="1">
                <a:solidFill>
                  <a:schemeClr val="tx1"/>
                </a:solidFill>
                <a:effectLst>
                  <a:outerShdw blurRad="38100" dist="19050" dir="2700000" algn="tl" rotWithShape="0">
                    <a:schemeClr val="dk1">
                      <a:alpha val="40000"/>
                    </a:schemeClr>
                  </a:outerShdw>
                </a:effectLst>
              </a:rPr>
              <a:t>We say that the</a:t>
            </a:r>
            <a:r>
              <a:rPr lang="en-US" altLang="zh-CN" sz="2000" b="1">
                <a:ln/>
                <a:solidFill>
                  <a:schemeClr val="accent1"/>
                </a:solidFill>
                <a:effectLst>
                  <a:outerShdw blurRad="38100" dist="25400" dir="5400000" algn="ctr" rotWithShape="0">
                    <a:srgbClr val="6E747A">
                      <a:alpha val="43000"/>
                    </a:srgbClr>
                  </a:outerShdw>
                </a:effectLst>
              </a:rPr>
              <a:t> Markov chain is</a:t>
            </a:r>
            <a:r>
              <a:rPr lang="en-US" altLang="zh-CN" sz="2000" b="1">
                <a:solidFill>
                  <a:schemeClr val="tx1"/>
                </a:solidFill>
                <a:effectLst>
                  <a:outerShdw blurRad="38100" dist="19050" dir="2700000" algn="tl" rotWithShape="0">
                    <a:schemeClr val="dk1">
                      <a:alpha val="40000"/>
                    </a:schemeClr>
                  </a:outerShdw>
                </a:effectLst>
              </a:rPr>
              <a:t> </a:t>
            </a:r>
            <a:r>
              <a:rPr lang="en-US" altLang="zh-CN" sz="2000" b="1">
                <a:ln/>
                <a:solidFill>
                  <a:schemeClr val="accent1"/>
                </a:solidFill>
                <a:effectLst>
                  <a:outerShdw blurRad="38100" dist="25400" dir="5400000" algn="ctr" rotWithShape="0">
                    <a:srgbClr val="6E747A">
                      <a:alpha val="43000"/>
                    </a:srgbClr>
                  </a:outerShdw>
                </a:effectLst>
              </a:rPr>
              <a:t>connected</a:t>
            </a:r>
            <a:r>
              <a:rPr lang="en-US" altLang="zh-CN" sz="2000" b="1">
                <a:solidFill>
                  <a:schemeClr val="tx1"/>
                </a:solidFill>
                <a:effectLst>
                  <a:outerShdw blurRad="38100" dist="19050" dir="2700000" algn="tl" rotWithShape="0">
                    <a:schemeClr val="dk1">
                      <a:alpha val="40000"/>
                    </a:schemeClr>
                  </a:outerShdw>
                </a:effectLst>
              </a:rPr>
              <a:t> if the underlying directed graph is strongly connected. That is, if there is a directed path from every vertex to every other vertex.</a:t>
            </a:r>
            <a:endParaRPr lang="en-US" altLang="zh-CN" sz="2000" b="1">
              <a:solidFill>
                <a:schemeClr val="tx1"/>
              </a:solidFill>
              <a:effectLst/>
            </a:endParaRPr>
          </a:p>
        </p:txBody>
      </p:sp>
      <p:sp>
        <p:nvSpPr>
          <p:cNvPr id="8" name="文本框 7"/>
          <p:cNvSpPr txBox="1"/>
          <p:nvPr/>
        </p:nvSpPr>
        <p:spPr>
          <a:xfrm>
            <a:off x="454025" y="3764915"/>
            <a:ext cx="11014710" cy="1630045"/>
          </a:xfrm>
          <a:prstGeom prst="rect">
            <a:avLst/>
          </a:prstGeom>
          <a:noFill/>
        </p:spPr>
        <p:txBody>
          <a:bodyPr wrap="square" rtlCol="0">
            <a:spAutoFit/>
          </a:bodyPr>
          <a:p>
            <a:r>
              <a:rPr lang="en-US" altLang="zh-CN" sz="2000" b="1">
                <a:solidFill>
                  <a:schemeClr val="tx1"/>
                </a:solidFill>
                <a:effectLst>
                  <a:outerShdw blurRad="38100" dist="19050" dir="2700000" algn="tl" rotWithShape="0">
                    <a:schemeClr val="dk1">
                      <a:alpha val="40000"/>
                    </a:schemeClr>
                  </a:outerShdw>
                </a:effectLst>
              </a:rPr>
              <a:t>A state of a Markov chain is </a:t>
            </a:r>
            <a:r>
              <a:rPr lang="en-US" altLang="zh-CN" sz="2000" b="1">
                <a:ln/>
                <a:solidFill>
                  <a:schemeClr val="accent1"/>
                </a:solidFill>
                <a:effectLst>
                  <a:outerShdw blurRad="38100" dist="25400" dir="5400000" algn="ctr" rotWithShape="0">
                    <a:srgbClr val="6E747A">
                      <a:alpha val="43000"/>
                    </a:srgbClr>
                  </a:outerShdw>
                </a:effectLst>
              </a:rPr>
              <a:t>persistent</a:t>
            </a:r>
            <a:r>
              <a:rPr lang="en-US" altLang="zh-CN" sz="2000" b="1">
                <a:solidFill>
                  <a:schemeClr val="tx1"/>
                </a:solidFill>
                <a:effectLst>
                  <a:outerShdw blurRad="38100" dist="19050" dir="2700000" algn="tl" rotWithShape="0">
                    <a:schemeClr val="dk1">
                      <a:alpha val="40000"/>
                    </a:schemeClr>
                  </a:outerShdw>
                </a:effectLst>
              </a:rPr>
              <a:t> if it has the property that should the state ever be reached, the random process will return to it with probability 1.</a:t>
            </a:r>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endParaRPr>
          </a:p>
          <a:p>
            <a:r>
              <a:rPr lang="en-US" altLang="zh-CN" sz="2000" b="1">
                <a:solidFill>
                  <a:schemeClr val="tx1"/>
                </a:solidFill>
                <a:effectLst/>
              </a:rPr>
              <a:t>A connected Markov Chain is said to be </a:t>
            </a:r>
            <a:r>
              <a:rPr lang="en-US" altLang="zh-CN" sz="2000" b="1">
                <a:ln/>
                <a:solidFill>
                  <a:schemeClr val="accent1"/>
                </a:solidFill>
                <a:effectLst>
                  <a:outerShdw blurRad="38100" dist="25400" dir="5400000" algn="ctr" rotWithShape="0">
                    <a:srgbClr val="6E747A">
                      <a:alpha val="43000"/>
                    </a:srgbClr>
                  </a:outerShdw>
                </a:effectLst>
              </a:rPr>
              <a:t>aperiodic</a:t>
            </a:r>
            <a:r>
              <a:rPr lang="en-US" altLang="zh-CN" sz="2000" b="1">
                <a:solidFill>
                  <a:schemeClr val="tx1"/>
                </a:solidFill>
                <a:effectLst/>
              </a:rPr>
              <a:t> if the greatest common divisor of the lengths of directed cycles is 1.</a:t>
            </a:r>
            <a:endParaRPr lang="en-US" altLang="zh-CN" sz="2000" b="1">
              <a:solidFill>
                <a:schemeClr val="tx1"/>
              </a:solidFill>
              <a:effectLst/>
            </a:endParaRPr>
          </a:p>
        </p:txBody>
      </p:sp>
      <p:graphicFrame>
        <p:nvGraphicFramePr>
          <p:cNvPr id="2" name="对象 1">
            <a:hlinkClick r:id="" action="ppaction://ole?verb="/>
          </p:cNvPr>
          <p:cNvGraphicFramePr>
            <a:graphicFrameLocks noChangeAspect="1"/>
          </p:cNvGraphicFramePr>
          <p:nvPr/>
        </p:nvGraphicFramePr>
        <p:xfrm>
          <a:off x="3046730" y="1026795"/>
          <a:ext cx="424815" cy="423545"/>
        </p:xfrm>
        <a:graphic>
          <a:graphicData uri="http://schemas.openxmlformats.org/presentationml/2006/ole">
            <mc:AlternateContent xmlns:mc="http://schemas.openxmlformats.org/markup-compatibility/2006">
              <mc:Choice xmlns:v="urn:schemas-microsoft-com:vml" Requires="v">
                <p:oleObj spid="_x0000_s2049" name="" r:id="rId1" imgW="215900" imgH="215900" progId="Equation.KSEE3">
                  <p:embed/>
                </p:oleObj>
              </mc:Choice>
              <mc:Fallback>
                <p:oleObj name="" r:id="rId1" imgW="215900" imgH="215900" progId="Equation.KSEE3">
                  <p:embed/>
                  <p:pic>
                    <p:nvPicPr>
                      <p:cNvPr id="0" name="图片 2048"/>
                      <p:cNvPicPr/>
                      <p:nvPr/>
                    </p:nvPicPr>
                    <p:blipFill>
                      <a:blip r:embed="rId2"/>
                      <a:stretch>
                        <a:fillRect/>
                      </a:stretch>
                    </p:blipFill>
                    <p:spPr>
                      <a:xfrm>
                        <a:off x="3046730" y="1026795"/>
                        <a:ext cx="424815" cy="423545"/>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9441815" y="1026795"/>
          <a:ext cx="967740" cy="484505"/>
        </p:xfrm>
        <a:graphic>
          <a:graphicData uri="http://schemas.openxmlformats.org/presentationml/2006/ole">
            <mc:AlternateContent xmlns:mc="http://schemas.openxmlformats.org/markup-compatibility/2006">
              <mc:Choice xmlns:v="urn:schemas-microsoft-com:vml" Requires="v">
                <p:oleObj spid="_x0000_s2050" name="" r:id="rId3" imgW="634365" imgH="279400" progId="Equation.KSEE3">
                  <p:embed/>
                </p:oleObj>
              </mc:Choice>
              <mc:Fallback>
                <p:oleObj name="" r:id="rId3" imgW="634365" imgH="279400" progId="Equation.KSEE3">
                  <p:embed/>
                  <p:pic>
                    <p:nvPicPr>
                      <p:cNvPr id="0" name="图片 2049"/>
                      <p:cNvPicPr/>
                      <p:nvPr/>
                    </p:nvPicPr>
                    <p:blipFill>
                      <a:blip r:embed="rId4"/>
                      <a:stretch>
                        <a:fillRect/>
                      </a:stretch>
                    </p:blipFill>
                    <p:spPr>
                      <a:xfrm>
                        <a:off x="9441815" y="1026795"/>
                        <a:ext cx="967740" cy="484505"/>
                      </a:xfrm>
                      <a:prstGeom prst="rect">
                        <a:avLst/>
                      </a:prstGeom>
                    </p:spPr>
                  </p:pic>
                </p:oleObj>
              </mc:Fallback>
            </mc:AlternateContent>
          </a:graphicData>
        </a:graphic>
      </p:graphicFrame>
      <p:graphicFrame>
        <p:nvGraphicFramePr>
          <p:cNvPr id="11" name="对象 10">
            <a:hlinkClick r:id="" action="ppaction://ole?verb="/>
          </p:cNvPr>
          <p:cNvGraphicFramePr>
            <a:graphicFrameLocks noChangeAspect="1"/>
          </p:cNvGraphicFramePr>
          <p:nvPr/>
        </p:nvGraphicFramePr>
        <p:xfrm>
          <a:off x="4189730" y="1642110"/>
          <a:ext cx="424815" cy="423545"/>
        </p:xfrm>
        <a:graphic>
          <a:graphicData uri="http://schemas.openxmlformats.org/presentationml/2006/ole">
            <mc:AlternateContent xmlns:mc="http://schemas.openxmlformats.org/markup-compatibility/2006">
              <mc:Choice xmlns:v="urn:schemas-microsoft-com:vml" Requires="v">
                <p:oleObj spid="_x0000_s2049" name="" r:id="rId5" imgW="215900" imgH="215900" progId="Equation.KSEE3">
                  <p:embed/>
                </p:oleObj>
              </mc:Choice>
              <mc:Fallback>
                <p:oleObj name="" r:id="rId5" imgW="215900" imgH="215900" progId="Equation.KSEE3">
                  <p:embed/>
                  <p:pic>
                    <p:nvPicPr>
                      <p:cNvPr id="0" name="图片 2048"/>
                      <p:cNvPicPr/>
                      <p:nvPr/>
                    </p:nvPicPr>
                    <p:blipFill>
                      <a:blip r:embed="rId2"/>
                      <a:stretch>
                        <a:fillRect/>
                      </a:stretch>
                    </p:blipFill>
                    <p:spPr>
                      <a:xfrm>
                        <a:off x="4189730" y="1642110"/>
                        <a:ext cx="424815" cy="423545"/>
                      </a:xfrm>
                      <a:prstGeom prst="rect">
                        <a:avLst/>
                      </a:prstGeom>
                    </p:spPr>
                  </p:pic>
                </p:oleObj>
              </mc:Fallback>
            </mc:AlternateContent>
          </a:graphicData>
        </a:graphic>
      </p:graphicFrame>
    </p:spTree>
    <p:custDataLst>
      <p:tags r:id="rId6"/>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4025" y="908685"/>
            <a:ext cx="11014710" cy="132207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Lemma 4.1 </a:t>
            </a:r>
            <a:endParaRPr lang="en-US" altLang="zh-CN" sz="2000" b="1">
              <a:ln/>
              <a:solidFill>
                <a:schemeClr val="tx1"/>
              </a:solidFill>
              <a:effectLst>
                <a:outerShdw blurRad="38100" dist="19050" dir="2700000" algn="tl" rotWithShape="0">
                  <a:schemeClr val="dk1">
                    <a:alpha val="40000"/>
                  </a:schemeClr>
                </a:outerShdw>
              </a:effectLst>
            </a:endParaRPr>
          </a:p>
          <a:p>
            <a:r>
              <a:rPr lang="en-US" altLang="zh-CN" sz="2000" b="1">
                <a:ln/>
                <a:solidFill>
                  <a:schemeClr val="tx1"/>
                </a:solidFill>
                <a:effectLst>
                  <a:outerShdw blurRad="38100" dist="19050" dir="2700000" algn="tl" rotWithShape="0">
                    <a:schemeClr val="dk1">
                      <a:alpha val="40000"/>
                    </a:schemeClr>
                  </a:outerShdw>
                </a:effectLst>
              </a:rPr>
              <a:t>Let P be the transition probability matrix for a connected Markov chain.Then n</a:t>
            </a:r>
            <a:r>
              <a:rPr lang="en-US" altLang="zh-CN" sz="2000" b="1">
                <a:ln/>
                <a:solidFill>
                  <a:schemeClr val="tx1"/>
                </a:solidFill>
                <a:effectLst>
                  <a:outerShdw blurRad="38100" dist="19050" dir="2700000" algn="tl" rotWithShape="0">
                    <a:schemeClr val="dk1">
                      <a:alpha val="40000"/>
                    </a:schemeClr>
                  </a:outerShdw>
                </a:effectLst>
                <a:latin typeface="Arial" panose="020B0604020202020204" pitchFamily="34" charset="0"/>
              </a:rPr>
              <a:t>×(n+1) matrix A=[P-I,1] obtained by augmenting the matrix P-I with an additional column of ones has rank n.</a:t>
            </a:r>
            <a:endParaRPr lang="en-US" altLang="zh-CN" sz="2000" b="1">
              <a:ln/>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6" name="文本框 5"/>
          <p:cNvSpPr txBox="1"/>
          <p:nvPr/>
        </p:nvSpPr>
        <p:spPr>
          <a:xfrm>
            <a:off x="454025" y="2921635"/>
            <a:ext cx="11014710" cy="101473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Theorem 4.2(Fundamental Theorem of Markov Chains)</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For a connected Markov chain there is a unique probability vector </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π satisfying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πP=π. Moreover, for any starting distribution,    </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          exists and equals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π.</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sp>
        <p:nvSpPr>
          <p:cNvPr id="8" name="文本框 7"/>
          <p:cNvSpPr txBox="1"/>
          <p:nvPr/>
        </p:nvSpPr>
        <p:spPr>
          <a:xfrm>
            <a:off x="454025" y="4631690"/>
            <a:ext cx="11014710" cy="132207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Lemma 4.3</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rPr>
              <a:t>For a random walk on a strongly connected graph with probabilities on the edges, if the vector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π satisfies                      for all x and y and                 ,then π is the unique stationary distribution of the walk.</a:t>
            </a:r>
            <a:endParaRPr lang="en-US" altLang="zh-CN" sz="2000" b="1">
              <a:solidFill>
                <a:schemeClr val="tx1"/>
              </a:solidFill>
              <a:effectLst/>
            </a:endParaRPr>
          </a:p>
        </p:txBody>
      </p:sp>
      <p:sp>
        <p:nvSpPr>
          <p:cNvPr id="2" name="文本框 1"/>
          <p:cNvSpPr txBox="1"/>
          <p:nvPr/>
        </p:nvSpPr>
        <p:spPr>
          <a:xfrm>
            <a:off x="-13970" y="237490"/>
            <a:ext cx="5181600" cy="521970"/>
          </a:xfrm>
          <a:prstGeom prst="rect">
            <a:avLst/>
          </a:prstGeom>
          <a:noFill/>
        </p:spPr>
        <p:txBody>
          <a:bodyPr wrap="square" rtlCol="0">
            <a:spAutoFit/>
          </a:bodyPr>
          <a:p>
            <a:r>
              <a:rPr lang="en-US" altLang="zh-CN" sz="2800" b="1"/>
              <a:t>4.1 Stationary Distribution</a:t>
            </a:r>
            <a:endParaRPr lang="en-US" altLang="zh-CN" sz="2800" b="1"/>
          </a:p>
        </p:txBody>
      </p:sp>
      <p:graphicFrame>
        <p:nvGraphicFramePr>
          <p:cNvPr id="3" name="对象 2">
            <a:hlinkClick r:id="" action="ppaction://ole?verb="/>
          </p:cNvPr>
          <p:cNvGraphicFramePr>
            <a:graphicFrameLocks noChangeAspect="1"/>
          </p:cNvGraphicFramePr>
          <p:nvPr/>
        </p:nvGraphicFramePr>
        <p:xfrm>
          <a:off x="6026150" y="3226118"/>
          <a:ext cx="139700" cy="405765"/>
        </p:xfrm>
        <a:graphic>
          <a:graphicData uri="http://schemas.openxmlformats.org/presentationml/2006/ole">
            <mc:AlternateContent xmlns:mc="http://schemas.openxmlformats.org/markup-compatibility/2006">
              <mc:Choice xmlns:v="urn:schemas-microsoft-com:vml" Requires="v">
                <p:oleObj spid="_x0000_s3073" name="" r:id="rId1" imgW="139700" imgH="405765" progId="Equation.KSEE3">
                  <p:embed/>
                </p:oleObj>
              </mc:Choice>
              <mc:Fallback>
                <p:oleObj name="" r:id="rId1" imgW="139700" imgH="405765" progId="Equation.KSEE3">
                  <p:embed/>
                  <p:pic>
                    <p:nvPicPr>
                      <p:cNvPr id="0" name="图片 3072"/>
                      <p:cNvPicPr/>
                      <p:nvPr/>
                    </p:nvPicPr>
                    <p:blipFill>
                      <a:blip r:embed="rId2"/>
                      <a:stretch>
                        <a:fillRect/>
                      </a:stretch>
                    </p:blipFill>
                    <p:spPr>
                      <a:xfrm>
                        <a:off x="6026150" y="3226118"/>
                        <a:ext cx="139700" cy="40576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5239385" y="3508375"/>
          <a:ext cx="926465" cy="529590"/>
        </p:xfrm>
        <a:graphic>
          <a:graphicData uri="http://schemas.openxmlformats.org/presentationml/2006/ole">
            <mc:AlternateContent xmlns:mc="http://schemas.openxmlformats.org/markup-compatibility/2006">
              <mc:Choice xmlns:v="urn:schemas-microsoft-com:vml" Requires="v">
                <p:oleObj spid="_x0000_s3074" name="" r:id="rId3" imgW="444500" imgH="254000" progId="Equation.KSEE3">
                  <p:embed/>
                </p:oleObj>
              </mc:Choice>
              <mc:Fallback>
                <p:oleObj name="" r:id="rId3" imgW="444500" imgH="254000" progId="Equation.KSEE3">
                  <p:embed/>
                  <p:pic>
                    <p:nvPicPr>
                      <p:cNvPr id="0" name="图片 3073"/>
                      <p:cNvPicPr/>
                      <p:nvPr/>
                    </p:nvPicPr>
                    <p:blipFill>
                      <a:blip r:embed="rId4"/>
                      <a:stretch>
                        <a:fillRect/>
                      </a:stretch>
                    </p:blipFill>
                    <p:spPr>
                      <a:xfrm>
                        <a:off x="5239385" y="3508375"/>
                        <a:ext cx="926465" cy="529590"/>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2687955" y="5246370"/>
          <a:ext cx="1478915" cy="393065"/>
        </p:xfrm>
        <a:graphic>
          <a:graphicData uri="http://schemas.openxmlformats.org/presentationml/2006/ole">
            <mc:AlternateContent xmlns:mc="http://schemas.openxmlformats.org/markup-compatibility/2006">
              <mc:Choice xmlns:v="urn:schemas-microsoft-com:vml" Requires="v">
                <p:oleObj spid="_x0000_s3075" name="" r:id="rId5" imgW="812800" imgH="215900" progId="Equation.KSEE3">
                  <p:embed/>
                </p:oleObj>
              </mc:Choice>
              <mc:Fallback>
                <p:oleObj name="" r:id="rId5" imgW="812800" imgH="215900" progId="Equation.KSEE3">
                  <p:embed/>
                  <p:pic>
                    <p:nvPicPr>
                      <p:cNvPr id="0" name="图片 3074"/>
                      <p:cNvPicPr/>
                      <p:nvPr/>
                    </p:nvPicPr>
                    <p:blipFill>
                      <a:blip r:embed="rId6"/>
                      <a:stretch>
                        <a:fillRect/>
                      </a:stretch>
                    </p:blipFill>
                    <p:spPr>
                      <a:xfrm>
                        <a:off x="2687955" y="5246370"/>
                        <a:ext cx="1478915" cy="393065"/>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6381750" y="5246370"/>
          <a:ext cx="1121410" cy="487680"/>
        </p:xfrm>
        <a:graphic>
          <a:graphicData uri="http://schemas.openxmlformats.org/presentationml/2006/ole">
            <mc:AlternateContent xmlns:mc="http://schemas.openxmlformats.org/markup-compatibility/2006">
              <mc:Choice xmlns:v="urn:schemas-microsoft-com:vml" Requires="v">
                <p:oleObj spid="_x0000_s3076" name="" r:id="rId7" imgW="584200" imgH="254000" progId="Equation.KSEE3">
                  <p:embed/>
                </p:oleObj>
              </mc:Choice>
              <mc:Fallback>
                <p:oleObj name="" r:id="rId7" imgW="584200" imgH="254000" progId="Equation.KSEE3">
                  <p:embed/>
                  <p:pic>
                    <p:nvPicPr>
                      <p:cNvPr id="0" name="图片 3075"/>
                      <p:cNvPicPr/>
                      <p:nvPr/>
                    </p:nvPicPr>
                    <p:blipFill>
                      <a:blip r:embed="rId8"/>
                      <a:stretch>
                        <a:fillRect/>
                      </a:stretch>
                    </p:blipFill>
                    <p:spPr>
                      <a:xfrm>
                        <a:off x="6381750" y="5246370"/>
                        <a:ext cx="1121410" cy="487680"/>
                      </a:xfrm>
                      <a:prstGeom prst="rect">
                        <a:avLst/>
                      </a:prstGeom>
                    </p:spPr>
                  </p:pic>
                </p:oleObj>
              </mc:Fallback>
            </mc:AlternateContent>
          </a:graphicData>
        </a:graphic>
      </p:graphicFrame>
      <p:graphicFrame>
        <p:nvGraphicFramePr>
          <p:cNvPr id="10" name="对象 9"/>
          <p:cNvGraphicFramePr/>
          <p:nvPr/>
        </p:nvGraphicFramePr>
        <p:xfrm>
          <a:off x="5930900" y="3335655"/>
          <a:ext cx="330200" cy="186055"/>
        </p:xfrm>
        <a:graphic>
          <a:graphicData uri="http://schemas.openxmlformats.org/presentationml/2006/ole">
            <mc:AlternateContent xmlns:mc="http://schemas.openxmlformats.org/markup-compatibility/2006">
              <mc:Choice xmlns:v="urn:schemas-microsoft-com:vml" Requires="v">
                <p:oleObj spid="_x0000_s11" name="" r:id="rId9" imgW="355600" imgH="215900" progId="Equation.KSEE3">
                  <p:embed/>
                </p:oleObj>
              </mc:Choice>
              <mc:Fallback>
                <p:oleObj name="" r:id="rId9" imgW="355600" imgH="215900" progId="Equation.KSEE3">
                  <p:embed/>
                  <p:pic>
                    <p:nvPicPr>
                      <p:cNvPr id="0" name="图片 10"/>
                      <p:cNvPicPr/>
                      <p:nvPr/>
                    </p:nvPicPr>
                    <p:blipFill>
                      <a:blip r:embed="rId10"/>
                      <a:stretch>
                        <a:fillRect/>
                      </a:stretch>
                    </p:blipFill>
                    <p:spPr>
                      <a:xfrm>
                        <a:off x="5930900" y="3335655"/>
                        <a:ext cx="330200" cy="186055"/>
                      </a:xfrm>
                      <a:prstGeom prst="rect">
                        <a:avLst/>
                      </a:prstGeom>
                    </p:spPr>
                  </p:pic>
                </p:oleObj>
              </mc:Fallback>
            </mc:AlternateContent>
          </a:graphicData>
        </a:graphic>
      </p:graphicFrame>
    </p:spTree>
    <p:custDataLst>
      <p:tags r:id="rId1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1155" y="894080"/>
            <a:ext cx="11014710" cy="2245360"/>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4.21 Metropolis-Hasting Algorithm </a:t>
            </a:r>
            <a:endParaRPr lang="en-US" altLang="zh-CN" sz="2000" b="1">
              <a:solidFill>
                <a:schemeClr val="accent1"/>
              </a:solidFill>
              <a:effectLst>
                <a:outerShdw blurRad="38100" dist="25400" dir="5400000" algn="ctr" rotWithShape="0">
                  <a:srgbClr val="6E747A">
                    <a:alpha val="43000"/>
                  </a:srgbClr>
                </a:outerShdw>
              </a:effectLst>
            </a:endParaRPr>
          </a:p>
          <a:p>
            <a:r>
              <a:rPr lang="en-US" altLang="zh-CN" sz="2000" b="1">
                <a:ln/>
                <a:solidFill>
                  <a:schemeClr val="tx1"/>
                </a:solidFill>
                <a:effectLst>
                  <a:outerShdw blurRad="38100" dist="19050" dir="2700000" algn="tl" rotWithShape="0">
                    <a:schemeClr val="dk1">
                      <a:alpha val="40000"/>
                    </a:schemeClr>
                  </a:outerShdw>
                </a:effectLst>
              </a:rPr>
              <a:t>a general method to design a Markov chain whose stationary distribution is given target distribution p.</a:t>
            </a:r>
            <a:endParaRPr lang="en-US" altLang="zh-CN" sz="2000" b="1">
              <a:solidFill>
                <a:schemeClr val="accent1"/>
              </a:solidFill>
              <a:effectLst>
                <a:outerShdw blurRad="38100" dist="25400" dir="5400000" algn="ctr" rotWithShape="0">
                  <a:srgbClr val="6E747A">
                    <a:alpha val="43000"/>
                  </a:srgb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let r be the maximum degree of any vertex of G.</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a:p>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The transition of the Markov chain are defined as follows.</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2" name="文本框 1"/>
          <p:cNvSpPr txBox="1"/>
          <p:nvPr/>
        </p:nvSpPr>
        <p:spPr>
          <a:xfrm>
            <a:off x="-13970" y="237490"/>
            <a:ext cx="6847840" cy="521970"/>
          </a:xfrm>
          <a:prstGeom prst="rect">
            <a:avLst/>
          </a:prstGeom>
          <a:noFill/>
        </p:spPr>
        <p:txBody>
          <a:bodyPr wrap="square" rtlCol="0">
            <a:spAutoFit/>
          </a:bodyPr>
          <a:p>
            <a:r>
              <a:rPr lang="en-US" altLang="zh-CN" sz="2800" b="1"/>
              <a:t>4.2 Markov Chain Monte Carlo(MCMC)</a:t>
            </a:r>
            <a:endParaRPr lang="en-US" altLang="zh-CN" sz="2800" b="1"/>
          </a:p>
        </p:txBody>
      </p:sp>
      <p:graphicFrame>
        <p:nvGraphicFramePr>
          <p:cNvPr id="12" name="对象 11">
            <a:hlinkClick r:id="" action="ppaction://ole?verb="/>
          </p:cNvPr>
          <p:cNvGraphicFramePr>
            <a:graphicFrameLocks noChangeAspect="1"/>
          </p:cNvGraphicFramePr>
          <p:nvPr/>
        </p:nvGraphicFramePr>
        <p:xfrm>
          <a:off x="351155" y="3392805"/>
          <a:ext cx="2515235" cy="1012825"/>
        </p:xfrm>
        <a:graphic>
          <a:graphicData uri="http://schemas.openxmlformats.org/presentationml/2006/ole">
            <mc:AlternateContent xmlns:mc="http://schemas.openxmlformats.org/markup-compatibility/2006">
              <mc:Choice xmlns:v="urn:schemas-microsoft-com:vml" Requires="v">
                <p:oleObj spid="_x0000_s4097" name="" r:id="rId1" imgW="977900" imgH="393700" progId="Equation.KSEE3">
                  <p:embed/>
                </p:oleObj>
              </mc:Choice>
              <mc:Fallback>
                <p:oleObj name="" r:id="rId1" imgW="977900" imgH="393700" progId="Equation.KSEE3">
                  <p:embed/>
                  <p:pic>
                    <p:nvPicPr>
                      <p:cNvPr id="0" name="图片 4096"/>
                      <p:cNvPicPr/>
                      <p:nvPr/>
                    </p:nvPicPr>
                    <p:blipFill>
                      <a:blip r:embed="rId2"/>
                      <a:stretch>
                        <a:fillRect/>
                      </a:stretch>
                    </p:blipFill>
                    <p:spPr>
                      <a:xfrm>
                        <a:off x="351155" y="3392805"/>
                        <a:ext cx="2515235" cy="101282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3057525" y="3490595"/>
          <a:ext cx="2091055" cy="915035"/>
        </p:xfrm>
        <a:graphic>
          <a:graphicData uri="http://schemas.openxmlformats.org/presentationml/2006/ole">
            <mc:AlternateContent xmlns:mc="http://schemas.openxmlformats.org/markup-compatibility/2006">
              <mc:Choice xmlns:v="urn:schemas-microsoft-com:vml" Requires="v">
                <p:oleObj spid="_x0000_s4097" name="" r:id="rId3" imgW="812800" imgH="355600" progId="Equation.KSEE3">
                  <p:embed/>
                </p:oleObj>
              </mc:Choice>
              <mc:Fallback>
                <p:oleObj name="" r:id="rId3" imgW="812800" imgH="355600" progId="Equation.KSEE3">
                  <p:embed/>
                  <p:pic>
                    <p:nvPicPr>
                      <p:cNvPr id="0" name="图片 4096"/>
                      <p:cNvPicPr/>
                      <p:nvPr/>
                    </p:nvPicPr>
                    <p:blipFill>
                      <a:blip r:embed="rId4"/>
                      <a:stretch>
                        <a:fillRect/>
                      </a:stretch>
                    </p:blipFill>
                    <p:spPr>
                      <a:xfrm>
                        <a:off x="3057525" y="3490595"/>
                        <a:ext cx="2091055" cy="91503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351155" y="4732655"/>
          <a:ext cx="8397875" cy="1044575"/>
        </p:xfrm>
        <a:graphic>
          <a:graphicData uri="http://schemas.openxmlformats.org/presentationml/2006/ole">
            <mc:AlternateContent xmlns:mc="http://schemas.openxmlformats.org/markup-compatibility/2006">
              <mc:Choice xmlns:v="urn:schemas-microsoft-com:vml" Requires="v">
                <p:oleObj spid="_x0000_s15" name="" r:id="rId5" imgW="3263900" imgH="405765" progId="Equation.KSEE3">
                  <p:embed/>
                </p:oleObj>
              </mc:Choice>
              <mc:Fallback>
                <p:oleObj name="" r:id="rId5" imgW="3263900" imgH="405765" progId="Equation.KSEE3">
                  <p:embed/>
                  <p:pic>
                    <p:nvPicPr>
                      <p:cNvPr id="0" name="图片 4096"/>
                      <p:cNvPicPr/>
                      <p:nvPr/>
                    </p:nvPicPr>
                    <p:blipFill>
                      <a:blip r:embed="rId6"/>
                      <a:stretch>
                        <a:fillRect/>
                      </a:stretch>
                    </p:blipFill>
                    <p:spPr>
                      <a:xfrm>
                        <a:off x="351155" y="4732655"/>
                        <a:ext cx="8397875" cy="1044575"/>
                      </a:xfrm>
                      <a:prstGeom prst="rect">
                        <a:avLst/>
                      </a:prstGeom>
                    </p:spPr>
                  </p:pic>
                </p:oleObj>
              </mc:Fallback>
            </mc:AlternateContent>
          </a:graphicData>
        </a:graphic>
      </p:graphicFrame>
    </p:spTree>
    <p:custDataLst>
      <p:tags r:id="rId7"/>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1155" y="894080"/>
            <a:ext cx="11014710" cy="1014730"/>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4.22 Gibbs Stamping</a:t>
            </a:r>
            <a:endParaRPr lang="en-US" altLang="zh-CN" sz="2000" b="1">
              <a:solidFill>
                <a:schemeClr val="accent1"/>
              </a:solidFill>
              <a:effectLst>
                <a:outerShdw blurRad="38100" dist="25400" dir="5400000" algn="ctr" rotWithShape="0">
                  <a:srgbClr val="6E747A">
                    <a:alpha val="43000"/>
                  </a:srgbClr>
                </a:outerShdw>
              </a:effectLst>
            </a:endParaRPr>
          </a:p>
          <a:p>
            <a:r>
              <a:rPr lang="en-US" altLang="zh-CN" sz="2000" b="1">
                <a:solidFill>
                  <a:schemeClr val="tx1"/>
                </a:solidFill>
                <a:effectLst>
                  <a:outerShdw blurRad="38100" dist="19050" dir="2700000" algn="tl" rotWithShape="0">
                    <a:schemeClr val="dk1">
                      <a:alpha val="40000"/>
                    </a:schemeClr>
                  </a:outerShdw>
                </a:effectLst>
              </a:rPr>
              <a:t>another Markov Chain Monte Carlo method to sample from a multivariate probability distribution.</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2" name="文本框 1"/>
          <p:cNvSpPr txBox="1"/>
          <p:nvPr/>
        </p:nvSpPr>
        <p:spPr>
          <a:xfrm>
            <a:off x="-13970" y="237490"/>
            <a:ext cx="6847840" cy="521970"/>
          </a:xfrm>
          <a:prstGeom prst="rect">
            <a:avLst/>
          </a:prstGeom>
          <a:noFill/>
        </p:spPr>
        <p:txBody>
          <a:bodyPr wrap="square" rtlCol="0">
            <a:spAutoFit/>
          </a:bodyPr>
          <a:p>
            <a:r>
              <a:rPr lang="en-US" altLang="zh-CN" sz="2800" b="1"/>
              <a:t>4.2 Markov Chain Monte Carlo(MCMC)</a:t>
            </a:r>
            <a:endParaRPr lang="en-US" altLang="zh-CN" sz="2800" b="1"/>
          </a:p>
        </p:txBody>
      </p:sp>
      <p:graphicFrame>
        <p:nvGraphicFramePr>
          <p:cNvPr id="12" name="对象 11">
            <a:hlinkClick r:id="" action="ppaction://ole?verb="/>
          </p:cNvPr>
          <p:cNvGraphicFramePr>
            <a:graphicFrameLocks noChangeAspect="1"/>
          </p:cNvGraphicFramePr>
          <p:nvPr/>
        </p:nvGraphicFramePr>
        <p:xfrm>
          <a:off x="351155" y="2273618"/>
          <a:ext cx="6336665" cy="1013460"/>
        </p:xfrm>
        <a:graphic>
          <a:graphicData uri="http://schemas.openxmlformats.org/presentationml/2006/ole">
            <mc:AlternateContent xmlns:mc="http://schemas.openxmlformats.org/markup-compatibility/2006">
              <mc:Choice xmlns:v="urn:schemas-microsoft-com:vml" Requires="v">
                <p:oleObj spid="_x0000_s4097" name="" r:id="rId1" imgW="2463165" imgH="393700" progId="Equation.KSEE3">
                  <p:embed/>
                </p:oleObj>
              </mc:Choice>
              <mc:Fallback>
                <p:oleObj name="" r:id="rId1" imgW="2463165" imgH="393700" progId="Equation.KSEE3">
                  <p:embed/>
                  <p:pic>
                    <p:nvPicPr>
                      <p:cNvPr id="0" name="图片 4096"/>
                      <p:cNvPicPr/>
                      <p:nvPr/>
                    </p:nvPicPr>
                    <p:blipFill>
                      <a:blip r:embed="rId2"/>
                      <a:stretch>
                        <a:fillRect/>
                      </a:stretch>
                    </p:blipFill>
                    <p:spPr>
                      <a:xfrm>
                        <a:off x="351155" y="2273618"/>
                        <a:ext cx="6336665" cy="101346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351155" y="4873625"/>
          <a:ext cx="2647315" cy="556895"/>
        </p:xfrm>
        <a:graphic>
          <a:graphicData uri="http://schemas.openxmlformats.org/presentationml/2006/ole">
            <mc:AlternateContent xmlns:mc="http://schemas.openxmlformats.org/markup-compatibility/2006">
              <mc:Choice xmlns:v="urn:schemas-microsoft-com:vml" Requires="v">
                <p:oleObj spid="_x0000_s15" name="" r:id="rId3" imgW="1028700" imgH="215900" progId="Equation.KSEE3">
                  <p:embed/>
                </p:oleObj>
              </mc:Choice>
              <mc:Fallback>
                <p:oleObj name="" r:id="rId3" imgW="1028700" imgH="215900" progId="Equation.KSEE3">
                  <p:embed/>
                  <p:pic>
                    <p:nvPicPr>
                      <p:cNvPr id="0" name="图片 4096"/>
                      <p:cNvPicPr/>
                      <p:nvPr/>
                    </p:nvPicPr>
                    <p:blipFill>
                      <a:blip r:embed="rId4"/>
                      <a:stretch>
                        <a:fillRect/>
                      </a:stretch>
                    </p:blipFill>
                    <p:spPr>
                      <a:xfrm>
                        <a:off x="351155" y="4873625"/>
                        <a:ext cx="2647315" cy="55689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350838" y="3502978"/>
          <a:ext cx="9344660" cy="1013460"/>
        </p:xfrm>
        <a:graphic>
          <a:graphicData uri="http://schemas.openxmlformats.org/presentationml/2006/ole">
            <mc:AlternateContent xmlns:mc="http://schemas.openxmlformats.org/markup-compatibility/2006">
              <mc:Choice xmlns:v="urn:schemas-microsoft-com:vml" Requires="v">
                <p:oleObj spid="_x0000_s6" name="" r:id="rId5" imgW="3632200" imgH="393700" progId="Equation.KSEE3">
                  <p:embed/>
                </p:oleObj>
              </mc:Choice>
              <mc:Fallback>
                <p:oleObj name="" r:id="rId5" imgW="3632200" imgH="393700" progId="Equation.KSEE3">
                  <p:embed/>
                  <p:pic>
                    <p:nvPicPr>
                      <p:cNvPr id="0" name="图片 4096"/>
                      <p:cNvPicPr/>
                      <p:nvPr/>
                    </p:nvPicPr>
                    <p:blipFill>
                      <a:blip r:embed="rId6"/>
                      <a:stretch>
                        <a:fillRect/>
                      </a:stretch>
                    </p:blipFill>
                    <p:spPr>
                      <a:xfrm>
                        <a:off x="350838" y="3502978"/>
                        <a:ext cx="9344660" cy="1013460"/>
                      </a:xfrm>
                      <a:prstGeom prst="rect">
                        <a:avLst/>
                      </a:prstGeom>
                    </p:spPr>
                  </p:pic>
                </p:oleObj>
              </mc:Fallback>
            </mc:AlternateContent>
          </a:graphicData>
        </a:graphic>
      </p:graphicFrame>
    </p:spTree>
    <p:custDataLst>
      <p:tags r:id="rId7"/>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1155" y="894080"/>
            <a:ext cx="11014710" cy="1322070"/>
          </a:xfrm>
          <a:prstGeom prst="rect">
            <a:avLst/>
          </a:prstGeom>
          <a:noFill/>
        </p:spPr>
        <p:txBody>
          <a:bodyPr wrap="square" rtlCol="0">
            <a:spAutoFit/>
          </a:bodyPr>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It turns out, however, that the problem of estimating volumns of sets can be reduced to the problem of drawing uniform random samples from sets. Suppose one wants to estimate the volumn of a conves set R. Create a concentric series of larger and larger sphere                      such that </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2" name="文本框 1"/>
          <p:cNvSpPr txBox="1"/>
          <p:nvPr/>
        </p:nvSpPr>
        <p:spPr>
          <a:xfrm>
            <a:off x="-13970" y="237490"/>
            <a:ext cx="6847840" cy="521970"/>
          </a:xfrm>
          <a:prstGeom prst="rect">
            <a:avLst/>
          </a:prstGeom>
          <a:noFill/>
        </p:spPr>
        <p:txBody>
          <a:bodyPr wrap="square" rtlCol="0">
            <a:spAutoFit/>
          </a:bodyPr>
          <a:p>
            <a:r>
              <a:rPr lang="en-US" altLang="zh-CN" sz="2800" b="1"/>
              <a:t>4.3 Areas and Volumes</a:t>
            </a:r>
            <a:endParaRPr lang="en-US" altLang="zh-CN" sz="2800" b="1"/>
          </a:p>
        </p:txBody>
      </p:sp>
      <p:graphicFrame>
        <p:nvGraphicFramePr>
          <p:cNvPr id="12" name="对象 11">
            <a:hlinkClick r:id="" action="ppaction://ole?verb="/>
          </p:cNvPr>
          <p:cNvGraphicFramePr>
            <a:graphicFrameLocks noChangeAspect="1"/>
          </p:cNvGraphicFramePr>
          <p:nvPr/>
        </p:nvGraphicFramePr>
        <p:xfrm>
          <a:off x="350838" y="3793491"/>
          <a:ext cx="2875280" cy="981075"/>
        </p:xfrm>
        <a:graphic>
          <a:graphicData uri="http://schemas.openxmlformats.org/presentationml/2006/ole">
            <mc:AlternateContent xmlns:mc="http://schemas.openxmlformats.org/markup-compatibility/2006">
              <mc:Choice xmlns:v="urn:schemas-microsoft-com:vml" Requires="v">
                <p:oleObj spid="_x0000_s4097" name="" r:id="rId1" imgW="1117600" imgH="381000" progId="Equation.KSEE3">
                  <p:embed/>
                </p:oleObj>
              </mc:Choice>
              <mc:Fallback>
                <p:oleObj name="" r:id="rId1" imgW="1117600" imgH="381000" progId="Equation.KSEE3">
                  <p:embed/>
                  <p:pic>
                    <p:nvPicPr>
                      <p:cNvPr id="0" name="图片 4096"/>
                      <p:cNvPicPr/>
                      <p:nvPr/>
                    </p:nvPicPr>
                    <p:blipFill>
                      <a:blip r:embed="rId2"/>
                      <a:stretch>
                        <a:fillRect/>
                      </a:stretch>
                    </p:blipFill>
                    <p:spPr>
                      <a:xfrm>
                        <a:off x="350838" y="3793491"/>
                        <a:ext cx="2875280" cy="981075"/>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3880168" y="4099243"/>
          <a:ext cx="3432810" cy="557530"/>
        </p:xfrm>
        <a:graphic>
          <a:graphicData uri="http://schemas.openxmlformats.org/presentationml/2006/ole">
            <mc:AlternateContent xmlns:mc="http://schemas.openxmlformats.org/markup-compatibility/2006">
              <mc:Choice xmlns:v="urn:schemas-microsoft-com:vml" Requires="v">
                <p:oleObj spid="_x0000_s15" name="" r:id="rId3" imgW="1333500" imgH="215900" progId="Equation.KSEE3">
                  <p:embed/>
                </p:oleObj>
              </mc:Choice>
              <mc:Fallback>
                <p:oleObj name="" r:id="rId3" imgW="1333500" imgH="215900" progId="Equation.KSEE3">
                  <p:embed/>
                  <p:pic>
                    <p:nvPicPr>
                      <p:cNvPr id="0" name="图片 4096"/>
                      <p:cNvPicPr/>
                      <p:nvPr/>
                    </p:nvPicPr>
                    <p:blipFill>
                      <a:blip r:embed="rId4"/>
                      <a:stretch>
                        <a:fillRect/>
                      </a:stretch>
                    </p:blipFill>
                    <p:spPr>
                      <a:xfrm>
                        <a:off x="3880168" y="4099243"/>
                        <a:ext cx="3432810" cy="557530"/>
                      </a:xfrm>
                      <a:prstGeom prst="rect">
                        <a:avLst/>
                      </a:prstGeom>
                    </p:spPr>
                  </p:pic>
                </p:oleObj>
              </mc:Fallback>
            </mc:AlternateContent>
          </a:graphicData>
        </a:graphic>
      </p:graphicFrame>
      <p:graphicFrame>
        <p:nvGraphicFramePr>
          <p:cNvPr id="3" name="对象 2">
            <a:hlinkClick r:id="" action="ppaction://ole?verb="/>
          </p:cNvPr>
          <p:cNvGraphicFramePr>
            <a:graphicFrameLocks noChangeAspect="1"/>
          </p:cNvGraphicFramePr>
          <p:nvPr/>
        </p:nvGraphicFramePr>
        <p:xfrm>
          <a:off x="1387475" y="1805305"/>
          <a:ext cx="1367790" cy="410845"/>
        </p:xfrm>
        <a:graphic>
          <a:graphicData uri="http://schemas.openxmlformats.org/presentationml/2006/ole">
            <mc:AlternateContent xmlns:mc="http://schemas.openxmlformats.org/markup-compatibility/2006">
              <mc:Choice xmlns:v="urn:schemas-microsoft-com:vml" Requires="v">
                <p:oleObj spid="_x0000_s5121" name="" r:id="rId5" imgW="634365" imgH="190500" progId="Equation.KSEE3">
                  <p:embed/>
                </p:oleObj>
              </mc:Choice>
              <mc:Fallback>
                <p:oleObj name="" r:id="rId5" imgW="634365" imgH="190500" progId="Equation.KSEE3">
                  <p:embed/>
                  <p:pic>
                    <p:nvPicPr>
                      <p:cNvPr id="0" name="图片 5120"/>
                      <p:cNvPicPr/>
                      <p:nvPr/>
                    </p:nvPicPr>
                    <p:blipFill>
                      <a:blip r:embed="rId6"/>
                      <a:stretch>
                        <a:fillRect/>
                      </a:stretch>
                    </p:blipFill>
                    <p:spPr>
                      <a:xfrm>
                        <a:off x="1387475" y="1805305"/>
                        <a:ext cx="1367790" cy="410845"/>
                      </a:xfrm>
                      <a:prstGeom prst="rect">
                        <a:avLst/>
                      </a:prstGeom>
                    </p:spPr>
                  </p:pic>
                </p:oleObj>
              </mc:Fallback>
            </mc:AlternateContent>
          </a:graphicData>
        </a:graphic>
      </p:graphicFrame>
      <p:graphicFrame>
        <p:nvGraphicFramePr>
          <p:cNvPr id="7" name="对象 6">
            <a:hlinkClick r:id="" action="ppaction://ole?verb="/>
          </p:cNvPr>
          <p:cNvGraphicFramePr>
            <a:graphicFrameLocks noChangeAspect="1"/>
          </p:cNvGraphicFramePr>
          <p:nvPr/>
        </p:nvGraphicFramePr>
        <p:xfrm>
          <a:off x="4079240" y="1768475"/>
          <a:ext cx="1640205" cy="464185"/>
        </p:xfrm>
        <a:graphic>
          <a:graphicData uri="http://schemas.openxmlformats.org/presentationml/2006/ole">
            <mc:AlternateContent xmlns:mc="http://schemas.openxmlformats.org/markup-compatibility/2006">
              <mc:Choice xmlns:v="urn:schemas-microsoft-com:vml" Requires="v">
                <p:oleObj spid="_x0000_s5122" name="" r:id="rId7" imgW="673100" imgH="190500" progId="Equation.KSEE3">
                  <p:embed/>
                </p:oleObj>
              </mc:Choice>
              <mc:Fallback>
                <p:oleObj name="" r:id="rId7" imgW="673100" imgH="190500" progId="Equation.KSEE3">
                  <p:embed/>
                  <p:pic>
                    <p:nvPicPr>
                      <p:cNvPr id="0" name="图片 5121"/>
                      <p:cNvPicPr/>
                      <p:nvPr/>
                    </p:nvPicPr>
                    <p:blipFill>
                      <a:blip r:embed="rId8"/>
                      <a:stretch>
                        <a:fillRect/>
                      </a:stretch>
                    </p:blipFill>
                    <p:spPr>
                      <a:xfrm>
                        <a:off x="4079240" y="1768475"/>
                        <a:ext cx="1640205" cy="464185"/>
                      </a:xfrm>
                      <a:prstGeom prst="rect">
                        <a:avLst/>
                      </a:prstGeom>
                    </p:spPr>
                  </p:pic>
                </p:oleObj>
              </mc:Fallback>
            </mc:AlternateContent>
          </a:graphicData>
        </a:graphic>
      </p:graphicFrame>
      <p:graphicFrame>
        <p:nvGraphicFramePr>
          <p:cNvPr id="8" name="对象 7">
            <a:hlinkClick r:id="" action="ppaction://ole?verb="/>
          </p:cNvPr>
          <p:cNvGraphicFramePr>
            <a:graphicFrameLocks noChangeAspect="1"/>
          </p:cNvGraphicFramePr>
          <p:nvPr/>
        </p:nvGraphicFramePr>
        <p:xfrm>
          <a:off x="351155" y="2593975"/>
          <a:ext cx="10010897" cy="972000"/>
        </p:xfrm>
        <a:graphic>
          <a:graphicData uri="http://schemas.openxmlformats.org/presentationml/2006/ole">
            <mc:AlternateContent xmlns:mc="http://schemas.openxmlformats.org/markup-compatibility/2006">
              <mc:Choice xmlns:v="urn:schemas-microsoft-com:vml" Requires="v">
                <p:oleObj spid="_x0000_s5123" name="" r:id="rId9" imgW="3924300" imgH="381000" progId="Equation.KSEE3">
                  <p:embed/>
                </p:oleObj>
              </mc:Choice>
              <mc:Fallback>
                <p:oleObj name="" r:id="rId9" imgW="3924300" imgH="381000" progId="Equation.KSEE3">
                  <p:embed/>
                  <p:pic>
                    <p:nvPicPr>
                      <p:cNvPr id="0" name="图片 5122"/>
                      <p:cNvPicPr/>
                      <p:nvPr/>
                    </p:nvPicPr>
                    <p:blipFill>
                      <a:blip r:embed="rId10"/>
                      <a:stretch>
                        <a:fillRect/>
                      </a:stretch>
                    </p:blipFill>
                    <p:spPr>
                      <a:xfrm>
                        <a:off x="351155" y="2593975"/>
                        <a:ext cx="10010897" cy="972000"/>
                      </a:xfrm>
                      <a:prstGeom prst="rect">
                        <a:avLst/>
                      </a:prstGeom>
                    </p:spPr>
                  </p:pic>
                </p:oleObj>
              </mc:Fallback>
            </mc:AlternateContent>
          </a:graphicData>
        </a:graphic>
      </p:graphicFrame>
      <p:graphicFrame>
        <p:nvGraphicFramePr>
          <p:cNvPr id="9" name="对象 8">
            <a:hlinkClick r:id="" action="ppaction://ole?verb="/>
          </p:cNvPr>
          <p:cNvGraphicFramePr>
            <a:graphicFrameLocks noChangeAspect="1"/>
          </p:cNvGraphicFramePr>
          <p:nvPr/>
        </p:nvGraphicFramePr>
        <p:xfrm>
          <a:off x="375028" y="5231038"/>
          <a:ext cx="2851150" cy="972185"/>
        </p:xfrm>
        <a:graphic>
          <a:graphicData uri="http://schemas.openxmlformats.org/presentationml/2006/ole">
            <mc:AlternateContent xmlns:mc="http://schemas.openxmlformats.org/markup-compatibility/2006">
              <mc:Choice xmlns:v="urn:schemas-microsoft-com:vml" Requires="v">
                <p:oleObj spid="_x0000_s5123" name="" r:id="rId11" imgW="1117600" imgH="381000" progId="Equation.KSEE3">
                  <p:embed/>
                </p:oleObj>
              </mc:Choice>
              <mc:Fallback>
                <p:oleObj name="" r:id="rId11" imgW="1117600" imgH="381000" progId="Equation.KSEE3">
                  <p:embed/>
                  <p:pic>
                    <p:nvPicPr>
                      <p:cNvPr id="0" name="图片 5122"/>
                      <p:cNvPicPr/>
                      <p:nvPr/>
                    </p:nvPicPr>
                    <p:blipFill>
                      <a:blip r:embed="rId12"/>
                      <a:stretch>
                        <a:fillRect/>
                      </a:stretch>
                    </p:blipFill>
                    <p:spPr>
                      <a:xfrm>
                        <a:off x="375028" y="5231038"/>
                        <a:ext cx="2851150" cy="972185"/>
                      </a:xfrm>
                      <a:prstGeom prst="rect">
                        <a:avLst/>
                      </a:prstGeom>
                    </p:spPr>
                  </p:pic>
                </p:oleObj>
              </mc:Fallback>
            </mc:AlternateContent>
          </a:graphicData>
        </a:graphic>
      </p:graphicFrame>
      <p:sp>
        <p:nvSpPr>
          <p:cNvPr id="10" name="文本框 9"/>
          <p:cNvSpPr txBox="1"/>
          <p:nvPr/>
        </p:nvSpPr>
        <p:spPr>
          <a:xfrm>
            <a:off x="3700145" y="5533390"/>
            <a:ext cx="1046480" cy="368300"/>
          </a:xfrm>
          <a:prstGeom prst="rect">
            <a:avLst/>
          </a:prstGeom>
          <a:noFill/>
        </p:spPr>
        <p:txBody>
          <a:bodyPr wrap="none" rtlCol="0">
            <a:spAutoFit/>
          </a:bodyPr>
          <a:p>
            <a:r>
              <a:rPr lang="en-US" altLang="zh-CN"/>
              <a:t>because </a:t>
            </a:r>
            <a:endParaRPr lang="en-US" altLang="zh-CN"/>
          </a:p>
        </p:txBody>
      </p:sp>
      <p:graphicFrame>
        <p:nvGraphicFramePr>
          <p:cNvPr id="11" name="对象 10">
            <a:hlinkClick r:id="" action="ppaction://ole?verb="/>
          </p:cNvPr>
          <p:cNvGraphicFramePr>
            <a:graphicFrameLocks noChangeAspect="1"/>
          </p:cNvGraphicFramePr>
          <p:nvPr/>
        </p:nvGraphicFramePr>
        <p:xfrm>
          <a:off x="4921311" y="5231038"/>
          <a:ext cx="3240405" cy="972185"/>
        </p:xfrm>
        <a:graphic>
          <a:graphicData uri="http://schemas.openxmlformats.org/presentationml/2006/ole">
            <mc:AlternateContent xmlns:mc="http://schemas.openxmlformats.org/markup-compatibility/2006">
              <mc:Choice xmlns:v="urn:schemas-microsoft-com:vml" Requires="v">
                <p:oleObj spid="_x0000_s13" name="" r:id="rId13" imgW="1270000" imgH="381000" progId="Equation.KSEE3">
                  <p:embed/>
                </p:oleObj>
              </mc:Choice>
              <mc:Fallback>
                <p:oleObj name="" r:id="rId13" imgW="1270000" imgH="381000" progId="Equation.KSEE3">
                  <p:embed/>
                  <p:pic>
                    <p:nvPicPr>
                      <p:cNvPr id="0" name="图片 5122"/>
                      <p:cNvPicPr/>
                      <p:nvPr/>
                    </p:nvPicPr>
                    <p:blipFill>
                      <a:blip r:embed="rId14"/>
                      <a:stretch>
                        <a:fillRect/>
                      </a:stretch>
                    </p:blipFill>
                    <p:spPr>
                      <a:xfrm>
                        <a:off x="4921311" y="5231038"/>
                        <a:ext cx="3240405" cy="972185"/>
                      </a:xfrm>
                      <a:prstGeom prst="rect">
                        <a:avLst/>
                      </a:prstGeom>
                    </p:spPr>
                  </p:pic>
                </p:oleObj>
              </mc:Fallback>
            </mc:AlternateContent>
          </a:graphicData>
        </a:graphic>
      </p:graphicFrame>
      <p:sp>
        <p:nvSpPr>
          <p:cNvPr id="16" name="文本框 15"/>
          <p:cNvSpPr txBox="1"/>
          <p:nvPr/>
        </p:nvSpPr>
        <p:spPr>
          <a:xfrm>
            <a:off x="351155" y="6292215"/>
            <a:ext cx="11014710" cy="398780"/>
          </a:xfrm>
          <a:prstGeom prst="rect">
            <a:avLst/>
          </a:prstGeom>
          <a:noFill/>
        </p:spPr>
        <p:txBody>
          <a:bodyPr wrap="square" rtlCol="0">
            <a:spAutoFit/>
          </a:bodyPr>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We can estimate and compute the ratio by rejection sampling. </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Tree>
    <p:custDataLst>
      <p:tags r:id="rId15"/>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351155" y="986155"/>
            <a:ext cx="11014710" cy="706755"/>
          </a:xfrm>
          <a:prstGeom prst="rect">
            <a:avLst/>
          </a:prstGeom>
          <a:noFill/>
        </p:spPr>
        <p:txBody>
          <a:bodyPr wrap="square" rtlCol="0">
            <a:spAutoFit/>
          </a:bodyPr>
          <a:p>
            <a:r>
              <a:rPr lang="en-US" altLang="zh-CN" sz="2000" b="1">
                <a:ln/>
                <a:solidFill>
                  <a:schemeClr val="tx1"/>
                </a:solidFill>
                <a:effectLst>
                  <a:outerShdw blurRad="38100" dist="19050" dir="2700000" algn="tl" rotWithShape="0">
                    <a:schemeClr val="dk1">
                      <a:alpha val="40000"/>
                    </a:schemeClr>
                  </a:outerShdw>
                </a:effectLst>
              </a:rPr>
              <a:t>An important question is how fast the walk starts to reflect the stationary probability of the Markov process.</a:t>
            </a:r>
            <a:endParaRPr lang="en-US" altLang="zh-CN" sz="2000" b="1">
              <a:ln/>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2" name="文本框 1"/>
          <p:cNvSpPr txBox="1"/>
          <p:nvPr/>
        </p:nvSpPr>
        <p:spPr>
          <a:xfrm>
            <a:off x="-13970" y="237490"/>
            <a:ext cx="10341610" cy="521970"/>
          </a:xfrm>
          <a:prstGeom prst="rect">
            <a:avLst/>
          </a:prstGeom>
          <a:noFill/>
        </p:spPr>
        <p:txBody>
          <a:bodyPr wrap="square" rtlCol="0">
            <a:spAutoFit/>
          </a:bodyPr>
          <a:p>
            <a:r>
              <a:rPr lang="en-US" altLang="zh-CN" sz="2800" b="1"/>
              <a:t>4.4 Convergence of Random Walks on Undirected Graphs</a:t>
            </a:r>
            <a:endParaRPr lang="en-US" altLang="zh-CN" sz="2800" b="1"/>
          </a:p>
        </p:txBody>
      </p:sp>
      <p:sp>
        <p:nvSpPr>
          <p:cNvPr id="3" name="文本框 2"/>
          <p:cNvSpPr txBox="1"/>
          <p:nvPr/>
        </p:nvSpPr>
        <p:spPr>
          <a:xfrm>
            <a:off x="351155" y="1928495"/>
            <a:ext cx="11014710" cy="132207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Definition 4.1</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Fix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ε</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&gt;0.The </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ε-mixing time of a Markov chain is the minimum integer t such that for any starting distribution p,the 1-norm difference between the t-step running average probability distribution and the stationary distribution is at most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ε.</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graphicFrame>
        <p:nvGraphicFramePr>
          <p:cNvPr id="7" name="对象 6">
            <a:hlinkClick r:id="" action="ppaction://ole?verb="/>
          </p:cNvPr>
          <p:cNvGraphicFramePr>
            <a:graphicFrameLocks noChangeAspect="1"/>
          </p:cNvGraphicFramePr>
          <p:nvPr/>
        </p:nvGraphicFramePr>
        <p:xfrm>
          <a:off x="5638800" y="3333750"/>
          <a:ext cx="914400" cy="190500"/>
        </p:xfrm>
        <a:graphic>
          <a:graphicData uri="http://schemas.openxmlformats.org/presentationml/2006/ole">
            <mc:AlternateContent xmlns:mc="http://schemas.openxmlformats.org/markup-compatibility/2006">
              <mc:Choice xmlns:v="urn:schemas-microsoft-com:vml" Requires="v">
                <p:oleObj spid="_x0000_s6145" name="" r:id="rId1" imgW="914400" imgH="190500" progId="Equation.KSEE3">
                  <p:embed/>
                </p:oleObj>
              </mc:Choice>
              <mc:Fallback>
                <p:oleObj name="" r:id="rId1" imgW="914400" imgH="190500" progId="Equation.KSEE3">
                  <p:embed/>
                  <p:pic>
                    <p:nvPicPr>
                      <p:cNvPr id="0" name="图片 6144"/>
                      <p:cNvPicPr/>
                      <p:nvPr/>
                    </p:nvPicPr>
                    <p:blipFill>
                      <a:blip r:embed="rId2"/>
                      <a:stretch>
                        <a:fillRect/>
                      </a:stretch>
                    </p:blipFill>
                    <p:spPr>
                      <a:xfrm>
                        <a:off x="5638800" y="3333750"/>
                        <a:ext cx="914400" cy="190500"/>
                      </a:xfrm>
                      <a:prstGeom prst="rect">
                        <a:avLst/>
                      </a:prstGeom>
                    </p:spPr>
                  </p:pic>
                </p:oleObj>
              </mc:Fallback>
            </mc:AlternateContent>
          </a:graphicData>
        </a:graphic>
      </p:graphicFrame>
      <p:sp>
        <p:nvSpPr>
          <p:cNvPr id="8" name="文本框 7"/>
          <p:cNvSpPr txBox="1"/>
          <p:nvPr/>
        </p:nvSpPr>
        <p:spPr>
          <a:xfrm>
            <a:off x="351155" y="3556000"/>
            <a:ext cx="11014710" cy="1322070"/>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Definition 4.2</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For a subset of S of vertices,</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a:p>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The normalized conductance </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Φ(S) of S is</a:t>
            </a:r>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rPr>
              <a:t> </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graphicFrame>
        <p:nvGraphicFramePr>
          <p:cNvPr id="9" name="对象 8">
            <a:hlinkClick r:id="" action="ppaction://ole?verb="/>
          </p:cNvPr>
          <p:cNvGraphicFramePr>
            <a:graphicFrameLocks noChangeAspect="1"/>
          </p:cNvGraphicFramePr>
          <p:nvPr/>
        </p:nvGraphicFramePr>
        <p:xfrm>
          <a:off x="5638800" y="3333750"/>
          <a:ext cx="914400" cy="190500"/>
        </p:xfrm>
        <a:graphic>
          <a:graphicData uri="http://schemas.openxmlformats.org/presentationml/2006/ole">
            <mc:AlternateContent xmlns:mc="http://schemas.openxmlformats.org/markup-compatibility/2006">
              <mc:Choice xmlns:v="urn:schemas-microsoft-com:vml" Requires="v">
                <p:oleObj spid="_x0000_s6146" name="" r:id="rId3" imgW="914400" imgH="190500" progId="Equation.KSEE3">
                  <p:embed/>
                </p:oleObj>
              </mc:Choice>
              <mc:Fallback>
                <p:oleObj name="" r:id="rId3" imgW="914400" imgH="190500" progId="Equation.KSEE3">
                  <p:embed/>
                  <p:pic>
                    <p:nvPicPr>
                      <p:cNvPr id="0" name="图片 6145"/>
                      <p:cNvPicPr/>
                      <p:nvPr/>
                    </p:nvPicPr>
                    <p:blipFill>
                      <a:blip r:embed="rId2"/>
                      <a:stretch>
                        <a:fillRect/>
                      </a:stretch>
                    </p:blipFill>
                    <p:spPr>
                      <a:xfrm>
                        <a:off x="5638800" y="3333750"/>
                        <a:ext cx="914400" cy="190500"/>
                      </a:xfrm>
                      <a:prstGeom prst="rect">
                        <a:avLst/>
                      </a:prstGeom>
                    </p:spPr>
                  </p:pic>
                </p:oleObj>
              </mc:Fallback>
            </mc:AlternateContent>
          </a:graphicData>
        </a:graphic>
      </p:graphicFrame>
      <p:graphicFrame>
        <p:nvGraphicFramePr>
          <p:cNvPr id="10" name="对象 9">
            <a:hlinkClick r:id="" action="ppaction://ole?verb="/>
          </p:cNvPr>
          <p:cNvGraphicFramePr>
            <a:graphicFrameLocks noChangeAspect="1"/>
          </p:cNvGraphicFramePr>
          <p:nvPr/>
        </p:nvGraphicFramePr>
        <p:xfrm>
          <a:off x="4227195" y="3556000"/>
          <a:ext cx="3021965" cy="828040"/>
        </p:xfrm>
        <a:graphic>
          <a:graphicData uri="http://schemas.openxmlformats.org/presentationml/2006/ole">
            <mc:AlternateContent xmlns:mc="http://schemas.openxmlformats.org/markup-compatibility/2006">
              <mc:Choice xmlns:v="urn:schemas-microsoft-com:vml" Requires="v">
                <p:oleObj spid="_x0000_s6147" name="" r:id="rId4" imgW="927100" imgH="254000" progId="Equation.KSEE3">
                  <p:embed/>
                </p:oleObj>
              </mc:Choice>
              <mc:Fallback>
                <p:oleObj name="" r:id="rId4" imgW="927100" imgH="254000" progId="Equation.KSEE3">
                  <p:embed/>
                  <p:pic>
                    <p:nvPicPr>
                      <p:cNvPr id="0" name="图片 6146"/>
                      <p:cNvPicPr/>
                      <p:nvPr/>
                    </p:nvPicPr>
                    <p:blipFill>
                      <a:blip r:embed="rId5"/>
                      <a:stretch>
                        <a:fillRect/>
                      </a:stretch>
                    </p:blipFill>
                    <p:spPr>
                      <a:xfrm>
                        <a:off x="4227195" y="3556000"/>
                        <a:ext cx="3021965" cy="82804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5535295" y="4384040"/>
          <a:ext cx="3627755" cy="1565275"/>
        </p:xfrm>
        <a:graphic>
          <a:graphicData uri="http://schemas.openxmlformats.org/presentationml/2006/ole">
            <mc:AlternateContent xmlns:mc="http://schemas.openxmlformats.org/markup-compatibility/2006">
              <mc:Choice xmlns:v="urn:schemas-microsoft-com:vml" Requires="v">
                <p:oleObj spid="_x0000_s6148" name="" r:id="rId6" imgW="1295400" imgH="558800" progId="Equation.KSEE3">
                  <p:embed/>
                </p:oleObj>
              </mc:Choice>
              <mc:Fallback>
                <p:oleObj name="" r:id="rId6" imgW="1295400" imgH="558800" progId="Equation.KSEE3">
                  <p:embed/>
                  <p:pic>
                    <p:nvPicPr>
                      <p:cNvPr id="0" name="图片 6147"/>
                      <p:cNvPicPr/>
                      <p:nvPr/>
                    </p:nvPicPr>
                    <p:blipFill>
                      <a:blip r:embed="rId7"/>
                      <a:stretch>
                        <a:fillRect/>
                      </a:stretch>
                    </p:blipFill>
                    <p:spPr>
                      <a:xfrm>
                        <a:off x="5535295" y="4384040"/>
                        <a:ext cx="3627755" cy="1565275"/>
                      </a:xfrm>
                      <a:prstGeom prst="rect">
                        <a:avLst/>
                      </a:prstGeom>
                    </p:spPr>
                  </p:pic>
                </p:oleObj>
              </mc:Fallback>
            </mc:AlternateContent>
          </a:graphicData>
        </a:graphic>
      </p:graphicFrame>
    </p:spTree>
    <p:custDataLst>
      <p:tags r:id="rId8"/>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13970" y="237490"/>
            <a:ext cx="10341610" cy="521970"/>
          </a:xfrm>
          <a:prstGeom prst="rect">
            <a:avLst/>
          </a:prstGeom>
          <a:noFill/>
        </p:spPr>
        <p:txBody>
          <a:bodyPr wrap="square" rtlCol="0">
            <a:spAutoFit/>
          </a:bodyPr>
          <a:p>
            <a:r>
              <a:rPr lang="en-US" altLang="zh-CN" sz="2800" b="1"/>
              <a:t>4.4 Convergence of Random Walks on Undirected Graphs</a:t>
            </a:r>
            <a:endParaRPr lang="en-US" altLang="zh-CN" sz="2800" b="1"/>
          </a:p>
        </p:txBody>
      </p:sp>
      <p:sp>
        <p:nvSpPr>
          <p:cNvPr id="3" name="文本框 2"/>
          <p:cNvSpPr txBox="1"/>
          <p:nvPr/>
        </p:nvSpPr>
        <p:spPr>
          <a:xfrm>
            <a:off x="351155" y="1000125"/>
            <a:ext cx="11014710" cy="706755"/>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Definition 4.3</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The normalized conductance of the Markov chain, denoted Φ, is defined by</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graphicFrame>
        <p:nvGraphicFramePr>
          <p:cNvPr id="7" name="对象 6">
            <a:hlinkClick r:id="" action="ppaction://ole?verb="/>
          </p:cNvPr>
          <p:cNvGraphicFramePr>
            <a:graphicFrameLocks noChangeAspect="1"/>
          </p:cNvGraphicFramePr>
          <p:nvPr/>
        </p:nvGraphicFramePr>
        <p:xfrm>
          <a:off x="5638800" y="3333750"/>
          <a:ext cx="914400" cy="190500"/>
        </p:xfrm>
        <a:graphic>
          <a:graphicData uri="http://schemas.openxmlformats.org/presentationml/2006/ole">
            <mc:AlternateContent xmlns:mc="http://schemas.openxmlformats.org/markup-compatibility/2006">
              <mc:Choice xmlns:v="urn:schemas-microsoft-com:vml" Requires="v">
                <p:oleObj spid="_x0000_s6145" name="" r:id="rId1" imgW="914400" imgH="190500" progId="Equation.KSEE3">
                  <p:embed/>
                </p:oleObj>
              </mc:Choice>
              <mc:Fallback>
                <p:oleObj name="" r:id="rId1" imgW="914400" imgH="190500" progId="Equation.KSEE3">
                  <p:embed/>
                  <p:pic>
                    <p:nvPicPr>
                      <p:cNvPr id="0" name="图片 6144"/>
                      <p:cNvPicPr/>
                      <p:nvPr/>
                    </p:nvPicPr>
                    <p:blipFill>
                      <a:blip r:embed="rId2"/>
                      <a:stretch>
                        <a:fillRect/>
                      </a:stretch>
                    </p:blipFill>
                    <p:spPr>
                      <a:xfrm>
                        <a:off x="5638800" y="3333750"/>
                        <a:ext cx="914400" cy="190500"/>
                      </a:xfrm>
                      <a:prstGeom prst="rect">
                        <a:avLst/>
                      </a:prstGeom>
                    </p:spPr>
                  </p:pic>
                </p:oleObj>
              </mc:Fallback>
            </mc:AlternateContent>
          </a:graphicData>
        </a:graphic>
      </p:graphicFrame>
      <p:sp>
        <p:nvSpPr>
          <p:cNvPr id="8" name="文本框 7"/>
          <p:cNvSpPr txBox="1"/>
          <p:nvPr/>
        </p:nvSpPr>
        <p:spPr>
          <a:xfrm>
            <a:off x="351155" y="2767965"/>
            <a:ext cx="11014710" cy="706755"/>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Theorem 4.5</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effectLst>
                  <a:outerShdw blurRad="38100" dist="19050" dir="2700000" algn="tl" rotWithShape="0">
                    <a:schemeClr val="dk1">
                      <a:alpha val="40000"/>
                    </a:schemeClr>
                  </a:outerShdw>
                </a:effectLst>
                <a:latin typeface="Arial" panose="020B0604020202020204" pitchFamily="34" charset="0"/>
                <a:sym typeface="+mn-ea"/>
              </a:rPr>
              <a:t>The </a:t>
            </a:r>
            <a:r>
              <a:rPr lang="en-US" altLang="zh-CN" sz="2000" b="1">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sym typeface="+mn-ea"/>
              </a:rPr>
              <a:t>ε-mixing time of a random walk on an undirected graph is</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graphicFrame>
        <p:nvGraphicFramePr>
          <p:cNvPr id="9" name="对象 8">
            <a:hlinkClick r:id="" action="ppaction://ole?verb="/>
          </p:cNvPr>
          <p:cNvGraphicFramePr>
            <a:graphicFrameLocks noChangeAspect="1"/>
          </p:cNvGraphicFramePr>
          <p:nvPr/>
        </p:nvGraphicFramePr>
        <p:xfrm>
          <a:off x="5638800" y="3333750"/>
          <a:ext cx="914400" cy="190500"/>
        </p:xfrm>
        <a:graphic>
          <a:graphicData uri="http://schemas.openxmlformats.org/presentationml/2006/ole">
            <mc:AlternateContent xmlns:mc="http://schemas.openxmlformats.org/markup-compatibility/2006">
              <mc:Choice xmlns:v="urn:schemas-microsoft-com:vml" Requires="v">
                <p:oleObj spid="_x0000_s6146" name="" r:id="rId3" imgW="914400" imgH="190500" progId="Equation.KSEE3">
                  <p:embed/>
                </p:oleObj>
              </mc:Choice>
              <mc:Fallback>
                <p:oleObj name="" r:id="rId3" imgW="914400" imgH="190500" progId="Equation.KSEE3">
                  <p:embed/>
                  <p:pic>
                    <p:nvPicPr>
                      <p:cNvPr id="0" name="图片 6145"/>
                      <p:cNvPicPr/>
                      <p:nvPr/>
                    </p:nvPicPr>
                    <p:blipFill>
                      <a:blip r:embed="rId2"/>
                      <a:stretch>
                        <a:fillRect/>
                      </a:stretch>
                    </p:blipFill>
                    <p:spPr>
                      <a:xfrm>
                        <a:off x="5638800" y="3333750"/>
                        <a:ext cx="914400" cy="190500"/>
                      </a:xfrm>
                      <a:prstGeom prst="rect">
                        <a:avLst/>
                      </a:prstGeom>
                    </p:spPr>
                  </p:pic>
                </p:oleObj>
              </mc:Fallback>
            </mc:AlternateContent>
          </a:graphicData>
        </a:graphic>
      </p:graphicFrame>
      <p:graphicFrame>
        <p:nvGraphicFramePr>
          <p:cNvPr id="16" name="对象 15">
            <a:hlinkClick r:id="" action="ppaction://ole?verb="/>
          </p:cNvPr>
          <p:cNvGraphicFramePr>
            <a:graphicFrameLocks noChangeAspect="1"/>
          </p:cNvGraphicFramePr>
          <p:nvPr/>
        </p:nvGraphicFramePr>
        <p:xfrm>
          <a:off x="2369820" y="1784350"/>
          <a:ext cx="2703195" cy="747395"/>
        </p:xfrm>
        <a:graphic>
          <a:graphicData uri="http://schemas.openxmlformats.org/presentationml/2006/ole">
            <mc:AlternateContent xmlns:mc="http://schemas.openxmlformats.org/markup-compatibility/2006">
              <mc:Choice xmlns:v="urn:schemas-microsoft-com:vml" Requires="v">
                <p:oleObj spid="_x0000_s6148" name="" r:id="rId4" imgW="965200" imgH="266700" progId="Equation.KSEE3">
                  <p:embed/>
                </p:oleObj>
              </mc:Choice>
              <mc:Fallback>
                <p:oleObj name="" r:id="rId4" imgW="965200" imgH="266700" progId="Equation.KSEE3">
                  <p:embed/>
                  <p:pic>
                    <p:nvPicPr>
                      <p:cNvPr id="0" name="图片 6147"/>
                      <p:cNvPicPr/>
                      <p:nvPr/>
                    </p:nvPicPr>
                    <p:blipFill>
                      <a:blip r:embed="rId5"/>
                      <a:stretch>
                        <a:fillRect/>
                      </a:stretch>
                    </p:blipFill>
                    <p:spPr>
                      <a:xfrm>
                        <a:off x="2369820" y="1784350"/>
                        <a:ext cx="2703195" cy="747395"/>
                      </a:xfrm>
                      <a:prstGeom prst="rect">
                        <a:avLst/>
                      </a:prstGeom>
                    </p:spPr>
                  </p:pic>
                </p:oleObj>
              </mc:Fallback>
            </mc:AlternateContent>
          </a:graphicData>
        </a:graphic>
      </p:graphicFrame>
      <p:graphicFrame>
        <p:nvGraphicFramePr>
          <p:cNvPr id="5" name="对象 4">
            <a:hlinkClick r:id="" action="ppaction://ole?verb="/>
          </p:cNvPr>
          <p:cNvGraphicFramePr>
            <a:graphicFrameLocks noChangeAspect="1"/>
          </p:cNvGraphicFramePr>
          <p:nvPr/>
        </p:nvGraphicFramePr>
        <p:xfrm>
          <a:off x="8030210" y="2915603"/>
          <a:ext cx="1620520" cy="756920"/>
        </p:xfrm>
        <a:graphic>
          <a:graphicData uri="http://schemas.openxmlformats.org/presentationml/2006/ole">
            <mc:AlternateContent xmlns:mc="http://schemas.openxmlformats.org/markup-compatibility/2006">
              <mc:Choice xmlns:v="urn:schemas-microsoft-com:vml" Requires="v">
                <p:oleObj spid="_x0000_s7169" name="" r:id="rId6" imgW="762000" imgH="355600" progId="Equation.KSEE3">
                  <p:embed/>
                </p:oleObj>
              </mc:Choice>
              <mc:Fallback>
                <p:oleObj name="" r:id="rId6" imgW="762000" imgH="355600" progId="Equation.KSEE3">
                  <p:embed/>
                  <p:pic>
                    <p:nvPicPr>
                      <p:cNvPr id="0" name="图片 7168"/>
                      <p:cNvPicPr/>
                      <p:nvPr/>
                    </p:nvPicPr>
                    <p:blipFill>
                      <a:blip r:embed="rId7"/>
                      <a:stretch>
                        <a:fillRect/>
                      </a:stretch>
                    </p:blipFill>
                    <p:spPr>
                      <a:xfrm>
                        <a:off x="8030210" y="2915603"/>
                        <a:ext cx="1620520" cy="756920"/>
                      </a:xfrm>
                      <a:prstGeom prst="rect">
                        <a:avLst/>
                      </a:prstGeom>
                    </p:spPr>
                  </p:pic>
                </p:oleObj>
              </mc:Fallback>
            </mc:AlternateContent>
          </a:graphicData>
        </a:graphic>
      </p:graphicFrame>
      <p:sp>
        <p:nvSpPr>
          <p:cNvPr id="6" name="文本框 5"/>
          <p:cNvSpPr txBox="1"/>
          <p:nvPr/>
        </p:nvSpPr>
        <p:spPr>
          <a:xfrm>
            <a:off x="351155" y="3672205"/>
            <a:ext cx="843280" cy="368300"/>
          </a:xfrm>
          <a:prstGeom prst="rect">
            <a:avLst/>
          </a:prstGeom>
          <a:noFill/>
        </p:spPr>
        <p:txBody>
          <a:bodyPr wrap="none" rtlCol="0" anchor="t">
            <a:spAutoFit/>
          </a:bodyPr>
          <a:p>
            <a:r>
              <a:rPr lang="en-US" b="1">
                <a:effectLst>
                  <a:outerShdw blurRad="38100" dist="19050" dir="2700000" algn="tl" rotWithShape="0">
                    <a:schemeClr val="dk1">
                      <a:alpha val="40000"/>
                    </a:schemeClr>
                  </a:outerShdw>
                </a:effectLst>
                <a:latin typeface="Arial" panose="020B0604020202020204" pitchFamily="34" charset="0"/>
                <a:sym typeface="+mn-ea"/>
              </a:rPr>
              <a:t>where </a:t>
            </a:r>
            <a:endParaRPr lang="en-US"/>
          </a:p>
        </p:txBody>
      </p:sp>
      <p:graphicFrame>
        <p:nvGraphicFramePr>
          <p:cNvPr id="11" name="对象 10"/>
          <p:cNvGraphicFramePr/>
          <p:nvPr/>
        </p:nvGraphicFramePr>
        <p:xfrm>
          <a:off x="1194435" y="3573145"/>
          <a:ext cx="716915" cy="566420"/>
        </p:xfrm>
        <a:graphic>
          <a:graphicData uri="http://schemas.openxmlformats.org/presentationml/2006/ole">
            <mc:AlternateContent xmlns:mc="http://schemas.openxmlformats.org/markup-compatibility/2006">
              <mc:Choice xmlns:v="urn:schemas-microsoft-com:vml" Requires="v">
                <p:oleObj spid="_x0000_s12" name="" r:id="rId8" imgW="2011680" imgH="798830" progId="Equation.KSEE3">
                  <p:embed/>
                </p:oleObj>
              </mc:Choice>
              <mc:Fallback>
                <p:oleObj name="" r:id="rId8" imgW="2011680" imgH="798830" progId="Equation.KSEE3">
                  <p:embed/>
                  <p:pic>
                    <p:nvPicPr>
                      <p:cNvPr id="0" name="图片 11"/>
                      <p:cNvPicPr/>
                      <p:nvPr/>
                    </p:nvPicPr>
                    <p:blipFill>
                      <a:blip r:embed="rId9"/>
                      <a:stretch>
                        <a:fillRect/>
                      </a:stretch>
                    </p:blipFill>
                    <p:spPr>
                      <a:xfrm>
                        <a:off x="1194435" y="3573145"/>
                        <a:ext cx="716915" cy="566420"/>
                      </a:xfrm>
                      <a:prstGeom prst="rect">
                        <a:avLst/>
                      </a:prstGeom>
                    </p:spPr>
                  </p:pic>
                </p:oleObj>
              </mc:Fallback>
            </mc:AlternateContent>
          </a:graphicData>
        </a:graphic>
      </p:graphicFrame>
      <p:sp>
        <p:nvSpPr>
          <p:cNvPr id="15" name="文本框 14"/>
          <p:cNvSpPr txBox="1"/>
          <p:nvPr/>
        </p:nvSpPr>
        <p:spPr>
          <a:xfrm>
            <a:off x="1981835" y="3672840"/>
            <a:ext cx="5643880" cy="368300"/>
          </a:xfrm>
          <a:prstGeom prst="rect">
            <a:avLst/>
          </a:prstGeom>
          <a:noFill/>
        </p:spPr>
        <p:txBody>
          <a:bodyPr wrap="none" rtlCol="0" anchor="t">
            <a:spAutoFit/>
          </a:bodyPr>
          <a:p>
            <a:r>
              <a:rPr lang="en-US" b="1">
                <a:effectLst>
                  <a:outerShdw blurRad="38100" dist="19050" dir="2700000" algn="tl" rotWithShape="0">
                    <a:schemeClr val="dk1">
                      <a:alpha val="40000"/>
                    </a:schemeClr>
                  </a:outerShdw>
                </a:effectLst>
                <a:latin typeface="Arial" panose="020B0604020202020204" pitchFamily="34" charset="0"/>
                <a:sym typeface="+mn-ea"/>
              </a:rPr>
              <a:t>is the minimum stationary probability of any state. </a:t>
            </a:r>
            <a:endParaRPr lang="en-US"/>
          </a:p>
        </p:txBody>
      </p:sp>
      <p:sp>
        <p:nvSpPr>
          <p:cNvPr id="18" name="文本框 17"/>
          <p:cNvSpPr txBox="1"/>
          <p:nvPr/>
        </p:nvSpPr>
        <p:spPr>
          <a:xfrm>
            <a:off x="351155" y="4636770"/>
            <a:ext cx="11014710" cy="1014730"/>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Lemma 4.6</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Suppose groups</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a:p>
            <a:r>
              <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rPr>
              <a:t>are as defined in the book. Then</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cs typeface="Arial" panose="020B0604020202020204" pitchFamily="34" charset="0"/>
            </a:endParaRPr>
          </a:p>
        </p:txBody>
      </p:sp>
      <p:graphicFrame>
        <p:nvGraphicFramePr>
          <p:cNvPr id="19" name="对象 18">
            <a:hlinkClick r:id="" action="ppaction://ole?verb="/>
          </p:cNvPr>
          <p:cNvGraphicFramePr>
            <a:graphicFrameLocks noChangeAspect="1"/>
          </p:cNvGraphicFramePr>
          <p:nvPr/>
        </p:nvGraphicFramePr>
        <p:xfrm>
          <a:off x="2580640" y="4859020"/>
          <a:ext cx="3972560" cy="484505"/>
        </p:xfrm>
        <a:graphic>
          <a:graphicData uri="http://schemas.openxmlformats.org/presentationml/2006/ole">
            <mc:AlternateContent xmlns:mc="http://schemas.openxmlformats.org/markup-compatibility/2006">
              <mc:Choice xmlns:v="urn:schemas-microsoft-com:vml" Requires="v">
                <p:oleObj spid="_x0000_s7170" name="" r:id="rId10" imgW="1562100" imgH="190500" progId="Equation.KSEE3">
                  <p:embed/>
                </p:oleObj>
              </mc:Choice>
              <mc:Fallback>
                <p:oleObj name="" r:id="rId10" imgW="1562100" imgH="190500" progId="Equation.KSEE3">
                  <p:embed/>
                  <p:pic>
                    <p:nvPicPr>
                      <p:cNvPr id="0" name="图片 7169"/>
                      <p:cNvPicPr/>
                      <p:nvPr/>
                    </p:nvPicPr>
                    <p:blipFill>
                      <a:blip r:embed="rId11"/>
                      <a:stretch>
                        <a:fillRect/>
                      </a:stretch>
                    </p:blipFill>
                    <p:spPr>
                      <a:xfrm>
                        <a:off x="2580640" y="4859020"/>
                        <a:ext cx="3972560" cy="484505"/>
                      </a:xfrm>
                      <a:prstGeom prst="rect">
                        <a:avLst/>
                      </a:prstGeom>
                    </p:spPr>
                  </p:pic>
                </p:oleObj>
              </mc:Fallback>
            </mc:AlternateContent>
          </a:graphicData>
        </a:graphic>
      </p:graphicFrame>
      <p:graphicFrame>
        <p:nvGraphicFramePr>
          <p:cNvPr id="20" name="对象 19">
            <a:hlinkClick r:id="" action="ppaction://ole?verb="/>
          </p:cNvPr>
          <p:cNvGraphicFramePr>
            <a:graphicFrameLocks noChangeAspect="1"/>
          </p:cNvGraphicFramePr>
          <p:nvPr/>
        </p:nvGraphicFramePr>
        <p:xfrm>
          <a:off x="5988050" y="3333750"/>
          <a:ext cx="215900" cy="190500"/>
        </p:xfrm>
        <a:graphic>
          <a:graphicData uri="http://schemas.openxmlformats.org/presentationml/2006/ole">
            <mc:AlternateContent xmlns:mc="http://schemas.openxmlformats.org/markup-compatibility/2006">
              <mc:Choice xmlns:v="urn:schemas-microsoft-com:vml" Requires="v">
                <p:oleObj spid="_x0000_s7171" name="" r:id="rId12" imgW="215900" imgH="190500" progId="Equation.KSEE3">
                  <p:embed/>
                </p:oleObj>
              </mc:Choice>
              <mc:Fallback>
                <p:oleObj name="" r:id="rId12" imgW="215900" imgH="190500" progId="Equation.KSEE3">
                  <p:embed/>
                  <p:pic>
                    <p:nvPicPr>
                      <p:cNvPr id="0" name="图片 7170"/>
                      <p:cNvPicPr/>
                      <p:nvPr/>
                    </p:nvPicPr>
                    <p:blipFill>
                      <a:blip r:embed="rId13"/>
                      <a:stretch>
                        <a:fillRect/>
                      </a:stretch>
                    </p:blipFill>
                    <p:spPr>
                      <a:xfrm>
                        <a:off x="5988050" y="3333750"/>
                        <a:ext cx="215900" cy="190500"/>
                      </a:xfrm>
                      <a:prstGeom prst="rect">
                        <a:avLst/>
                      </a:prstGeom>
                    </p:spPr>
                  </p:pic>
                </p:oleObj>
              </mc:Fallback>
            </mc:AlternateContent>
          </a:graphicData>
        </a:graphic>
      </p:graphicFrame>
      <p:graphicFrame>
        <p:nvGraphicFramePr>
          <p:cNvPr id="21" name="对象 20">
            <a:hlinkClick r:id="" action="ppaction://ole?verb="/>
          </p:cNvPr>
          <p:cNvGraphicFramePr>
            <a:graphicFrameLocks noChangeAspect="1"/>
          </p:cNvGraphicFramePr>
          <p:nvPr/>
        </p:nvGraphicFramePr>
        <p:xfrm>
          <a:off x="1714183" y="5631180"/>
          <a:ext cx="5006975" cy="904875"/>
        </p:xfrm>
        <a:graphic>
          <a:graphicData uri="http://schemas.openxmlformats.org/presentationml/2006/ole">
            <mc:AlternateContent xmlns:mc="http://schemas.openxmlformats.org/markup-compatibility/2006">
              <mc:Choice xmlns:v="urn:schemas-microsoft-com:vml" Requires="v">
                <p:oleObj spid="_x0000_s7170" name="" r:id="rId14" imgW="1968500" imgH="355600" progId="Equation.KSEE3">
                  <p:embed/>
                </p:oleObj>
              </mc:Choice>
              <mc:Fallback>
                <p:oleObj name="" r:id="rId14" imgW="1968500" imgH="355600" progId="Equation.KSEE3">
                  <p:embed/>
                  <p:pic>
                    <p:nvPicPr>
                      <p:cNvPr id="0" name="图片 7169"/>
                      <p:cNvPicPr/>
                      <p:nvPr/>
                    </p:nvPicPr>
                    <p:blipFill>
                      <a:blip r:embed="rId15"/>
                      <a:stretch>
                        <a:fillRect/>
                      </a:stretch>
                    </p:blipFill>
                    <p:spPr>
                      <a:xfrm>
                        <a:off x="1714183" y="5631180"/>
                        <a:ext cx="5006975" cy="904875"/>
                      </a:xfrm>
                      <a:prstGeom prst="rect">
                        <a:avLst/>
                      </a:prstGeom>
                    </p:spPr>
                  </p:pic>
                </p:oleObj>
              </mc:Fallback>
            </mc:AlternateContent>
          </a:graphicData>
        </a:graphic>
      </p:graphicFrame>
    </p:spTree>
    <p:custDataLst>
      <p:tags r:id="rId16"/>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454025" y="923925"/>
            <a:ext cx="11014710" cy="5323205"/>
          </a:xfrm>
          <a:prstGeom prst="rect">
            <a:avLst/>
          </a:prstGeom>
          <a:noFill/>
        </p:spPr>
        <p:txBody>
          <a:bodyPr wrap="square" rtlCol="0">
            <a:spAutoFit/>
          </a:bodyPr>
          <a:p>
            <a:r>
              <a:rPr lang="en-US" altLang="zh-CN" sz="2000" b="1">
                <a:solidFill>
                  <a:schemeClr val="accent1"/>
                </a:solidFill>
                <a:effectLst>
                  <a:outerShdw blurRad="38100" dist="25400" dir="5400000" algn="ctr" rotWithShape="0">
                    <a:srgbClr val="6E747A">
                      <a:alpha val="43000"/>
                    </a:srgbClr>
                  </a:outerShdw>
                </a:effectLst>
              </a:rPr>
              <a:t>Harmonic functions</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A harmonic function g on the vertices is a function whose value at the boundary vertices is fixed to some boundary condition, and whose value at any interior vertex x is a weighted average of its values at all the adjacent vertices y,for each x we have</a:t>
            </a:r>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Thus,if at every interior vertex x for some set of weights          </a:t>
            </a:r>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satisfying</a:t>
            </a:r>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then g is an harmonic function.</a:t>
            </a:r>
            <a:endParaRPr lang="en-US" altLang="zh-CN" sz="2000" b="1">
              <a:solidFill>
                <a:schemeClr val="tx1"/>
              </a:solidFill>
              <a:effectLst>
                <a:outerShdw blurRad="38100" dist="19050" dir="2700000" algn="tl" rotWithShape="0">
                  <a:schemeClr val="dk1">
                    <a:alpha val="40000"/>
                  </a:schemeClr>
                </a:outerShdw>
              </a:effectLst>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solidFill>
                  <a:schemeClr val="tx1"/>
                </a:solidFill>
                <a:effectLst>
                  <a:outerShdw blurRad="38100" dist="19050" dir="2700000" algn="tl" rotWithShape="0">
                    <a:schemeClr val="dk1">
                      <a:alpha val="40000"/>
                    </a:schemeClr>
                  </a:outerShdw>
                </a:effectLst>
              </a:rPr>
              <a:t>There is at most one harmonic function satisfying a given set of equations and boundary conditions.   </a:t>
            </a:r>
            <a:endParaRPr lang="en-US" altLang="zh-CN" sz="2000" b="1">
              <a:solidFill>
                <a:schemeClr val="tx1"/>
              </a:solidFill>
              <a:effectLst>
                <a:outerShdw blurRad="38100" dist="19050" dir="2700000" algn="tl" rotWithShape="0">
                  <a:schemeClr val="dk1">
                    <a:alpha val="40000"/>
                  </a:schemeClr>
                </a:outerShdw>
              </a:effectLst>
              <a:latin typeface="Arial" panose="020B0604020202020204" pitchFamily="34" charset="0"/>
            </a:endParaRPr>
          </a:p>
        </p:txBody>
      </p:sp>
      <p:sp>
        <p:nvSpPr>
          <p:cNvPr id="2" name="文本框 1"/>
          <p:cNvSpPr txBox="1"/>
          <p:nvPr/>
        </p:nvSpPr>
        <p:spPr>
          <a:xfrm>
            <a:off x="-13970" y="237490"/>
            <a:ext cx="8866505" cy="521970"/>
          </a:xfrm>
          <a:prstGeom prst="rect">
            <a:avLst/>
          </a:prstGeom>
          <a:noFill/>
        </p:spPr>
        <p:txBody>
          <a:bodyPr wrap="square" rtlCol="0">
            <a:spAutoFit/>
          </a:bodyPr>
          <a:p>
            <a:r>
              <a:rPr lang="en-US" altLang="zh-CN" sz="2800" b="1"/>
              <a:t>4.5 Electrical Networks and Random Walks</a:t>
            </a:r>
            <a:endParaRPr lang="en-US" altLang="zh-CN" sz="2800" b="1"/>
          </a:p>
        </p:txBody>
      </p:sp>
      <p:graphicFrame>
        <p:nvGraphicFramePr>
          <p:cNvPr id="3" name="对象 2">
            <a:hlinkClick r:id="" action="ppaction://ole?verb="/>
          </p:cNvPr>
          <p:cNvGraphicFramePr>
            <a:graphicFrameLocks noChangeAspect="1"/>
          </p:cNvGraphicFramePr>
          <p:nvPr/>
        </p:nvGraphicFramePr>
        <p:xfrm>
          <a:off x="6026150" y="3226118"/>
          <a:ext cx="139700" cy="405765"/>
        </p:xfrm>
        <a:graphic>
          <a:graphicData uri="http://schemas.openxmlformats.org/presentationml/2006/ole">
            <mc:AlternateContent xmlns:mc="http://schemas.openxmlformats.org/markup-compatibility/2006">
              <mc:Choice xmlns:v="urn:schemas-microsoft-com:vml" Requires="v">
                <p:oleObj spid="_x0000_s3073" name="" r:id="rId1" imgW="139700" imgH="405765" progId="Equation.KSEE3">
                  <p:embed/>
                </p:oleObj>
              </mc:Choice>
              <mc:Fallback>
                <p:oleObj name="" r:id="rId1" imgW="139700" imgH="405765" progId="Equation.KSEE3">
                  <p:embed/>
                  <p:pic>
                    <p:nvPicPr>
                      <p:cNvPr id="0" name="图片 3072"/>
                      <p:cNvPicPr/>
                      <p:nvPr/>
                    </p:nvPicPr>
                    <p:blipFill>
                      <a:blip r:embed="rId2"/>
                      <a:stretch>
                        <a:fillRect/>
                      </a:stretch>
                    </p:blipFill>
                    <p:spPr>
                      <a:xfrm>
                        <a:off x="6026150" y="3226118"/>
                        <a:ext cx="139700" cy="405765"/>
                      </a:xfrm>
                      <a:prstGeom prst="rect">
                        <a:avLst/>
                      </a:prstGeom>
                    </p:spPr>
                  </p:pic>
                </p:oleObj>
              </mc:Fallback>
            </mc:AlternateContent>
          </a:graphicData>
        </a:graphic>
      </p:graphicFrame>
      <p:graphicFrame>
        <p:nvGraphicFramePr>
          <p:cNvPr id="12" name="对象 11">
            <a:hlinkClick r:id="" action="ppaction://ole?verb="/>
          </p:cNvPr>
          <p:cNvGraphicFramePr>
            <a:graphicFrameLocks noChangeAspect="1"/>
          </p:cNvGraphicFramePr>
          <p:nvPr/>
        </p:nvGraphicFramePr>
        <p:xfrm>
          <a:off x="10069195" y="1804670"/>
          <a:ext cx="1399540" cy="616585"/>
        </p:xfrm>
        <a:graphic>
          <a:graphicData uri="http://schemas.openxmlformats.org/presentationml/2006/ole">
            <mc:AlternateContent xmlns:mc="http://schemas.openxmlformats.org/markup-compatibility/2006">
              <mc:Choice xmlns:v="urn:schemas-microsoft-com:vml" Requires="v">
                <p:oleObj spid="_x0000_s8193" name="" r:id="rId3" imgW="634365" imgH="279400" progId="Equation.KSEE3">
                  <p:embed/>
                </p:oleObj>
              </mc:Choice>
              <mc:Fallback>
                <p:oleObj name="" r:id="rId3" imgW="634365" imgH="279400" progId="Equation.KSEE3">
                  <p:embed/>
                  <p:pic>
                    <p:nvPicPr>
                      <p:cNvPr id="0" name="图片 8192"/>
                      <p:cNvPicPr/>
                      <p:nvPr/>
                    </p:nvPicPr>
                    <p:blipFill>
                      <a:blip r:embed="rId4"/>
                      <a:stretch>
                        <a:fillRect/>
                      </a:stretch>
                    </p:blipFill>
                    <p:spPr>
                      <a:xfrm>
                        <a:off x="10069195" y="1804670"/>
                        <a:ext cx="1399540" cy="616585"/>
                      </a:xfrm>
                      <a:prstGeom prst="rect">
                        <a:avLst/>
                      </a:prstGeom>
                    </p:spPr>
                  </p:pic>
                </p:oleObj>
              </mc:Fallback>
            </mc:AlternateContent>
          </a:graphicData>
        </a:graphic>
      </p:graphicFrame>
      <p:graphicFrame>
        <p:nvGraphicFramePr>
          <p:cNvPr id="13" name="对象 12">
            <a:hlinkClick r:id="" action="ppaction://ole?verb="/>
          </p:cNvPr>
          <p:cNvGraphicFramePr>
            <a:graphicFrameLocks noChangeAspect="1"/>
          </p:cNvGraphicFramePr>
          <p:nvPr/>
        </p:nvGraphicFramePr>
        <p:xfrm>
          <a:off x="1953895" y="3012758"/>
          <a:ext cx="1399540" cy="617220"/>
        </p:xfrm>
        <a:graphic>
          <a:graphicData uri="http://schemas.openxmlformats.org/presentationml/2006/ole">
            <mc:AlternateContent xmlns:mc="http://schemas.openxmlformats.org/markup-compatibility/2006">
              <mc:Choice xmlns:v="urn:schemas-microsoft-com:vml" Requires="v">
                <p:oleObj spid="_x0000_s8193" name="" r:id="rId5" imgW="634365" imgH="279400" progId="Equation.KSEE3">
                  <p:embed/>
                </p:oleObj>
              </mc:Choice>
              <mc:Fallback>
                <p:oleObj name="" r:id="rId5" imgW="634365" imgH="279400" progId="Equation.KSEE3">
                  <p:embed/>
                  <p:pic>
                    <p:nvPicPr>
                      <p:cNvPr id="0" name="图片 8192"/>
                      <p:cNvPicPr/>
                      <p:nvPr/>
                    </p:nvPicPr>
                    <p:blipFill>
                      <a:blip r:embed="rId6"/>
                      <a:stretch>
                        <a:fillRect/>
                      </a:stretch>
                    </p:blipFill>
                    <p:spPr>
                      <a:xfrm>
                        <a:off x="1953895" y="3012758"/>
                        <a:ext cx="1399540" cy="617220"/>
                      </a:xfrm>
                      <a:prstGeom prst="rect">
                        <a:avLst/>
                      </a:prstGeom>
                    </p:spPr>
                  </p:pic>
                </p:oleObj>
              </mc:Fallback>
            </mc:AlternateContent>
          </a:graphicData>
        </a:graphic>
      </p:graphicFrame>
      <p:graphicFrame>
        <p:nvGraphicFramePr>
          <p:cNvPr id="14" name="对象 13">
            <a:hlinkClick r:id="" action="ppaction://ole?verb="/>
          </p:cNvPr>
          <p:cNvGraphicFramePr>
            <a:graphicFrameLocks noChangeAspect="1"/>
          </p:cNvGraphicFramePr>
          <p:nvPr/>
        </p:nvGraphicFramePr>
        <p:xfrm>
          <a:off x="7400290" y="2421255"/>
          <a:ext cx="553720" cy="591820"/>
        </p:xfrm>
        <a:graphic>
          <a:graphicData uri="http://schemas.openxmlformats.org/presentationml/2006/ole">
            <mc:AlternateContent xmlns:mc="http://schemas.openxmlformats.org/markup-compatibility/2006">
              <mc:Choice xmlns:v="urn:schemas-microsoft-com:vml" Requires="v">
                <p:oleObj spid="_x0000_s8194" name="" r:id="rId7" imgW="215900" imgH="215900" progId="Equation.KSEE3">
                  <p:embed/>
                </p:oleObj>
              </mc:Choice>
              <mc:Fallback>
                <p:oleObj name="" r:id="rId7" imgW="215900" imgH="215900" progId="Equation.KSEE3">
                  <p:embed/>
                  <p:pic>
                    <p:nvPicPr>
                      <p:cNvPr id="0" name="图片 8193"/>
                      <p:cNvPicPr/>
                      <p:nvPr/>
                    </p:nvPicPr>
                    <p:blipFill>
                      <a:blip r:embed="rId8"/>
                      <a:stretch>
                        <a:fillRect/>
                      </a:stretch>
                    </p:blipFill>
                    <p:spPr>
                      <a:xfrm>
                        <a:off x="7400290" y="2421255"/>
                        <a:ext cx="553720" cy="591820"/>
                      </a:xfrm>
                      <a:prstGeom prst="rect">
                        <a:avLst/>
                      </a:prstGeom>
                    </p:spPr>
                  </p:pic>
                </p:oleObj>
              </mc:Fallback>
            </mc:AlternateContent>
          </a:graphicData>
        </a:graphic>
      </p:graphicFrame>
      <p:graphicFrame>
        <p:nvGraphicFramePr>
          <p:cNvPr id="15" name="对象 14">
            <a:hlinkClick r:id="" action="ppaction://ole?verb="/>
          </p:cNvPr>
          <p:cNvGraphicFramePr>
            <a:graphicFrameLocks noChangeAspect="1"/>
          </p:cNvGraphicFramePr>
          <p:nvPr/>
        </p:nvGraphicFramePr>
        <p:xfrm>
          <a:off x="1953895" y="3864610"/>
          <a:ext cx="1780540" cy="767080"/>
        </p:xfrm>
        <a:graphic>
          <a:graphicData uri="http://schemas.openxmlformats.org/presentationml/2006/ole">
            <mc:AlternateContent xmlns:mc="http://schemas.openxmlformats.org/markup-compatibility/2006">
              <mc:Choice xmlns:v="urn:schemas-microsoft-com:vml" Requires="v">
                <p:oleObj spid="_x0000_s8195" name="" r:id="rId9" imgW="825500" imgH="355600" progId="Equation.KSEE3">
                  <p:embed/>
                </p:oleObj>
              </mc:Choice>
              <mc:Fallback>
                <p:oleObj name="" r:id="rId9" imgW="825500" imgH="355600" progId="Equation.KSEE3">
                  <p:embed/>
                  <p:pic>
                    <p:nvPicPr>
                      <p:cNvPr id="0" name="图片 8194"/>
                      <p:cNvPicPr/>
                      <p:nvPr/>
                    </p:nvPicPr>
                    <p:blipFill>
                      <a:blip r:embed="rId10"/>
                      <a:stretch>
                        <a:fillRect/>
                      </a:stretch>
                    </p:blipFill>
                    <p:spPr>
                      <a:xfrm>
                        <a:off x="1953895" y="3864610"/>
                        <a:ext cx="1780540" cy="767080"/>
                      </a:xfrm>
                      <a:prstGeom prst="rect">
                        <a:avLst/>
                      </a:prstGeom>
                    </p:spPr>
                  </p:pic>
                </p:oleObj>
              </mc:Fallback>
            </mc:AlternateContent>
          </a:graphicData>
        </a:graphic>
      </p:graphicFrame>
    </p:spTree>
    <p:custDataLst>
      <p:tags r:id="rId1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898650" y="2306320"/>
            <a:ext cx="11014710" cy="2245360"/>
          </a:xfrm>
          <a:prstGeom prst="rect">
            <a:avLst/>
          </a:prstGeom>
          <a:noFill/>
        </p:spPr>
        <p:txBody>
          <a:bodyPr wrap="square" rtlCol="0">
            <a:spAutoFit/>
          </a:bodyPr>
          <a:p>
            <a:r>
              <a:rPr lang="en-US" altLang="zh-CN" sz="2000" b="1">
                <a:ln/>
                <a:solidFill>
                  <a:schemeClr val="accent1"/>
                </a:solidFill>
                <a:effectLst>
                  <a:outerShdw blurRad="38100" dist="25400" dir="5400000" algn="ctr" rotWithShape="0">
                    <a:srgbClr val="6E747A">
                      <a:alpha val="43000"/>
                    </a:srgbClr>
                  </a:outerShdw>
                </a:effectLst>
              </a:rPr>
              <a:t>The analogy between electrical networks and random walks</a:t>
            </a:r>
            <a:endParaRPr lang="en-US" altLang="zh-CN" sz="2000" b="1">
              <a:solidFill>
                <a:srgbClr val="0070C0"/>
              </a:solidFill>
            </a:endParaRPr>
          </a:p>
          <a:p>
            <a:endParaRPr lang="en-US" altLang="zh-CN" sz="2000" b="1">
              <a:solidFill>
                <a:schemeClr val="tx1"/>
              </a:solidFill>
              <a:effectLst>
                <a:outerShdw blurRad="38100" dist="19050" dir="2700000" algn="tl" rotWithShape="0">
                  <a:schemeClr val="dk1">
                    <a:alpha val="40000"/>
                  </a:schemeClr>
                </a:outerShdw>
              </a:effectLst>
            </a:endParaRPr>
          </a:p>
          <a:p>
            <a:r>
              <a:rPr lang="en-US" altLang="zh-CN" sz="2000" b="1">
                <a:ln/>
                <a:solidFill>
                  <a:schemeClr val="accent1"/>
                </a:solidFill>
                <a:effectLst>
                  <a:outerShdw blurRad="38100" dist="25400" dir="5400000" algn="ctr" rotWithShape="0">
                    <a:srgbClr val="6E747A">
                      <a:alpha val="43000"/>
                    </a:srgbClr>
                  </a:outerShdw>
                </a:effectLst>
              </a:rPr>
              <a:t>Probabilistic interpretation of voltages</a:t>
            </a:r>
            <a:endParaRPr lang="en-US" altLang="zh-CN" sz="2000" b="1">
              <a:ln/>
              <a:solidFill>
                <a:schemeClr val="accent1"/>
              </a:solidFill>
              <a:effectLst>
                <a:outerShdw blurRad="38100" dist="25400" dir="5400000" algn="ctr" rotWithShape="0">
                  <a:srgbClr val="6E747A">
                    <a:alpha val="43000"/>
                  </a:srgbClr>
                </a:outerShdw>
              </a:effectLst>
            </a:endParaRPr>
          </a:p>
          <a:p>
            <a:endParaRPr lang="en-US" altLang="zh-CN" sz="2000" b="1">
              <a:ln/>
              <a:solidFill>
                <a:schemeClr val="accent1"/>
              </a:solidFill>
              <a:effectLst>
                <a:outerShdw blurRad="38100" dist="25400" dir="5400000" algn="ctr" rotWithShape="0">
                  <a:srgbClr val="6E747A">
                    <a:alpha val="43000"/>
                  </a:srgbClr>
                </a:outerShdw>
              </a:effectLst>
            </a:endParaRPr>
          </a:p>
          <a:p>
            <a:r>
              <a:rPr lang="en-US" altLang="zh-CN" sz="2000" b="1">
                <a:solidFill>
                  <a:schemeClr val="accent1"/>
                </a:solidFill>
                <a:effectLst>
                  <a:outerShdw blurRad="38100" dist="25400" dir="5400000" algn="ctr" rotWithShape="0">
                    <a:srgbClr val="6E747A">
                      <a:alpha val="43000"/>
                    </a:srgbClr>
                  </a:outerShdw>
                </a:effectLst>
                <a:sym typeface="+mn-ea"/>
              </a:rPr>
              <a:t>Probabilistic interpretation of current</a:t>
            </a:r>
            <a:endParaRPr lang="en-US" altLang="zh-CN" sz="2000" b="1">
              <a:solidFill>
                <a:schemeClr val="accent1"/>
              </a:solidFill>
              <a:effectLst>
                <a:outerShdw blurRad="38100" dist="25400" dir="5400000" algn="ctr" rotWithShape="0">
                  <a:srgbClr val="6E747A">
                    <a:alpha val="43000"/>
                  </a:srgbClr>
                </a:outerShdw>
              </a:effectLst>
              <a:sym typeface="+mn-ea"/>
            </a:endParaRPr>
          </a:p>
          <a:p>
            <a:endParaRPr lang="en-US" altLang="zh-CN" sz="2000" b="1">
              <a:ln/>
              <a:solidFill>
                <a:schemeClr val="accent1"/>
              </a:solidFill>
              <a:effectLst>
                <a:outerShdw blurRad="38100" dist="25400" dir="5400000" algn="ctr" rotWithShape="0">
                  <a:srgbClr val="6E747A">
                    <a:alpha val="43000"/>
                  </a:srgbClr>
                </a:outerShdw>
              </a:effectLst>
            </a:endParaRPr>
          </a:p>
          <a:p>
            <a:r>
              <a:rPr lang="en-US" altLang="zh-CN" sz="2000" b="1">
                <a:ln/>
                <a:solidFill>
                  <a:schemeClr val="accent1"/>
                </a:solidFill>
                <a:effectLst>
                  <a:outerShdw blurRad="38100" dist="25400" dir="5400000" algn="ctr" rotWithShape="0">
                    <a:srgbClr val="6E747A">
                      <a:alpha val="43000"/>
                    </a:srgbClr>
                  </a:outerShdw>
                </a:effectLst>
              </a:rPr>
              <a:t>Effective resistance and escape probability</a:t>
            </a:r>
            <a:endParaRPr lang="en-US" altLang="zh-CN" sz="2000" b="1">
              <a:ln/>
              <a:solidFill>
                <a:schemeClr val="accent1"/>
              </a:solidFill>
              <a:effectLst>
                <a:outerShdw blurRad="38100" dist="25400" dir="5400000" algn="ctr" rotWithShape="0">
                  <a:srgbClr val="6E747A">
                    <a:alpha val="43000"/>
                  </a:srgbClr>
                </a:outerShdw>
              </a:effectLst>
            </a:endParaRPr>
          </a:p>
        </p:txBody>
      </p:sp>
      <p:sp>
        <p:nvSpPr>
          <p:cNvPr id="2" name="文本框 1"/>
          <p:cNvSpPr txBox="1"/>
          <p:nvPr/>
        </p:nvSpPr>
        <p:spPr>
          <a:xfrm>
            <a:off x="-13970" y="237490"/>
            <a:ext cx="8866505" cy="521970"/>
          </a:xfrm>
          <a:prstGeom prst="rect">
            <a:avLst/>
          </a:prstGeom>
          <a:noFill/>
        </p:spPr>
        <p:txBody>
          <a:bodyPr wrap="square" rtlCol="0">
            <a:spAutoFit/>
          </a:bodyPr>
          <a:p>
            <a:r>
              <a:rPr lang="en-US" altLang="zh-CN" sz="2800" b="1"/>
              <a:t>4.5 Electrical Networks and Random Walks</a:t>
            </a:r>
            <a:endParaRPr lang="en-US" altLang="zh-CN" sz="2800" b="1"/>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1117600" y="2875280"/>
            <a:ext cx="10955655" cy="706755"/>
          </a:xfrm>
          <a:prstGeom prst="rect">
            <a:avLst/>
          </a:prstGeom>
          <a:noFill/>
        </p:spPr>
        <p:txBody>
          <a:bodyPr wrap="square" rtlCol="0">
            <a:spAutoFit/>
          </a:bodyPr>
          <a:p>
            <a:r>
              <a:rPr lang="en-US" altLang="zh-CN" sz="4000" b="1">
                <a:solidFill>
                  <a:schemeClr val="accent1"/>
                </a:solidFill>
                <a:effectLst>
                  <a:outerShdw blurRad="38100" dist="25400" dir="5400000" algn="ctr" rotWithShape="0">
                    <a:srgbClr val="6E747A">
                      <a:alpha val="43000"/>
                    </a:srgbClr>
                  </a:outerShdw>
                </a:effectLst>
              </a:rPr>
              <a:t>MANY THANKS FOR YOUR LISTENING!!</a:t>
            </a:r>
            <a:endParaRPr lang="en-US" altLang="zh-CN" sz="4000" b="1">
              <a:solidFill>
                <a:schemeClr val="accent1"/>
              </a:solidFill>
              <a:effectLst>
                <a:outerShdw blurRad="38100" dist="25400" dir="5400000" algn="ctr" rotWithShape="0">
                  <a:srgbClr val="6E747A">
                    <a:alpha val="43000"/>
                  </a:srgbClr>
                </a:outerShdw>
              </a:effectLst>
            </a:endParaRPr>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87308"/>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TEMPLATE_THUMBS_INDEX" val="1、2、3、6、8、10、11、12、15"/>
  <p:tag name="KSO_WM_TEMPLATE_SUBCATEGORY" val="0"/>
  <p:tag name="KSO_WM_TAG_VERSION" val="1.0"/>
  <p:tag name="KSO_WM_BEAUTIFY_FLAG" val="#wm#"/>
  <p:tag name="KSO_WM_TEMPLATE_CATEGORY" val="custom"/>
  <p:tag name="KSO_WM_TEMPLATE_INDEX" val="20187308"/>
</p:tagLst>
</file>

<file path=ppt/tags/tag62.xml><?xml version="1.0" encoding="utf-8"?>
<p:tagLst xmlns:p="http://schemas.openxmlformats.org/presentationml/2006/main">
  <p:tag name="KSO_WM_TEMPLATE_THUMBS_INDEX" val="1、2、3、6、8、10、11、12、15"/>
  <p:tag name="KSO_WM_SLIDE_ID" val="custom20187308_1"/>
  <p:tag name="KSO_WM_TEMPLATE_SUBCATEGORY" val="0"/>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187308"/>
  <p:tag name="KSO_WM_SLIDE_LAYOUT" val="a_b"/>
  <p:tag name="KSO_WM_SLIDE_LAYOUT_CNT" val="1_1"/>
</p:tagLst>
</file>

<file path=ppt/tags/tag63.xml><?xml version="1.0" encoding="utf-8"?>
<p:tagLst xmlns:p="http://schemas.openxmlformats.org/presentationml/2006/main">
  <p:tag name="KSO_WM_BEAUTIFY_FLAG" val="#wm#"/>
  <p:tag name="KSO_WM_TEMPLATE_CATEGORY" val="custom"/>
  <p:tag name="KSO_WM_TEMPLATE_INDEX" val="20187308"/>
</p:tagLst>
</file>

<file path=ppt/tags/tag64.xml><?xml version="1.0" encoding="utf-8"?>
<p:tagLst xmlns:p="http://schemas.openxmlformats.org/presentationml/2006/main">
  <p:tag name="KSO_WM_BEAUTIFY_FLAG" val="#wm#"/>
  <p:tag name="KSO_WM_TEMPLATE_CATEGORY" val="custom"/>
  <p:tag name="KSO_WM_TEMPLATE_INDEX" val="20187308"/>
</p:tagLst>
</file>

<file path=ppt/tags/tag65.xml><?xml version="1.0" encoding="utf-8"?>
<p:tagLst xmlns:p="http://schemas.openxmlformats.org/presentationml/2006/main">
  <p:tag name="KSO_WM_BEAUTIFY_FLAG" val="#wm#"/>
  <p:tag name="KSO_WM_TEMPLATE_CATEGORY" val="custom"/>
  <p:tag name="KSO_WM_TEMPLATE_INDEX" val="20187308"/>
</p:tagLst>
</file>

<file path=ppt/tags/tag66.xml><?xml version="1.0" encoding="utf-8"?>
<p:tagLst xmlns:p="http://schemas.openxmlformats.org/presentationml/2006/main">
  <p:tag name="KSO_WM_BEAUTIFY_FLAG" val="#wm#"/>
  <p:tag name="KSO_WM_TEMPLATE_CATEGORY" val="custom"/>
  <p:tag name="KSO_WM_TEMPLATE_INDEX" val="20187308"/>
</p:tagLst>
</file>

<file path=ppt/tags/tag67.xml><?xml version="1.0" encoding="utf-8"?>
<p:tagLst xmlns:p="http://schemas.openxmlformats.org/presentationml/2006/main">
  <p:tag name="KSO_WM_BEAUTIFY_FLAG" val="#wm#"/>
  <p:tag name="KSO_WM_TEMPLATE_CATEGORY" val="custom"/>
  <p:tag name="KSO_WM_TEMPLATE_INDEX" val="20187308"/>
</p:tagLst>
</file>

<file path=ppt/tags/tag68.xml><?xml version="1.0" encoding="utf-8"?>
<p:tagLst xmlns:p="http://schemas.openxmlformats.org/presentationml/2006/main">
  <p:tag name="KSO_WM_BEAUTIFY_FLAG" val="#wm#"/>
  <p:tag name="KSO_WM_TEMPLATE_CATEGORY" val="custom"/>
  <p:tag name="KSO_WM_TEMPLATE_INDEX" val="20187308"/>
</p:tagLst>
</file>

<file path=ppt/tags/tag69.xml><?xml version="1.0" encoding="utf-8"?>
<p:tagLst xmlns:p="http://schemas.openxmlformats.org/presentationml/2006/main">
  <p:tag name="KSO_WM_BEAUTIFY_FLAG" val="#wm#"/>
  <p:tag name="KSO_WM_TEMPLATE_CATEGORY" val="custom"/>
  <p:tag name="KSO_WM_TEMPLATE_INDEX" val="20187308"/>
</p:tagLst>
</file>

<file path=ppt/tags/tag70.xml><?xml version="1.0" encoding="utf-8"?>
<p:tagLst xmlns:p="http://schemas.openxmlformats.org/presentationml/2006/main">
  <p:tag name="KSO_WM_BEAUTIFY_FLAG" val="#wm#"/>
  <p:tag name="KSO_WM_TEMPLATE_CATEGORY" val="custom"/>
  <p:tag name="KSO_WM_TEMPLATE_INDEX" val="20187308"/>
</p:tagLst>
</file>

<file path=ppt/tags/tag71.xml><?xml version="1.0" encoding="utf-8"?>
<p:tagLst xmlns:p="http://schemas.openxmlformats.org/presentationml/2006/main">
  <p:tag name="KSO_WM_BEAUTIFY_FLAG" val="#wm#"/>
  <p:tag name="KSO_WM_TEMPLATE_CATEGORY" val="custom"/>
  <p:tag name="KSO_WM_TEMPLATE_INDEX" val="20187308"/>
</p:tagLst>
</file>

<file path=ppt/tags/tag72.xml><?xml version="1.0" encoding="utf-8"?>
<p:tagLst xmlns:p="http://schemas.openxmlformats.org/presentationml/2006/main">
  <p:tag name="KSO_WM_BEAUTIFY_FLAG" val="#wm#"/>
  <p:tag name="KSO_WM_TEMPLATE_CATEGORY" val="custom"/>
  <p:tag name="KSO_WM_TEMPLATE_INDEX" val="20187308"/>
</p:tagLst>
</file>

<file path=ppt/tags/tag73.xml><?xml version="1.0" encoding="utf-8"?>
<p:tagLst xmlns:p="http://schemas.openxmlformats.org/presentationml/2006/main">
  <p:tag name="KSO_WM_BEAUTIFY_FLAG" val="#wm#"/>
  <p:tag name="KSO_WM_TEMPLATE_CATEGORY" val="custom"/>
  <p:tag name="KSO_WM_TEMPLATE_INDEX" val="20187308"/>
</p:tagLst>
</file>

<file path=ppt/tags/tag74.xml><?xml version="1.0" encoding="utf-8"?>
<p:tagLst xmlns:p="http://schemas.openxmlformats.org/presentationml/2006/main">
  <p:tag name="KSO_WM_DOC_GUID" val="{896357d6-9b03-4b30-bedf-285ab50c68f8}"/>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4549</Words>
  <Application>WPS 演示</Application>
  <PresentationFormat>宽屏</PresentationFormat>
  <Paragraphs>112</Paragraphs>
  <Slides>12</Slides>
  <Notes>1</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39</vt:i4>
      </vt:variant>
      <vt:variant>
        <vt:lpstr>幻灯片标题</vt:lpstr>
      </vt:variant>
      <vt:variant>
        <vt:i4>12</vt:i4>
      </vt:variant>
    </vt:vector>
  </HeadingPairs>
  <TitlesOfParts>
    <vt:vector size="57" baseType="lpstr">
      <vt:lpstr>Arial</vt:lpstr>
      <vt:lpstr>宋体</vt:lpstr>
      <vt:lpstr>Wingdings</vt:lpstr>
      <vt:lpstr>微软雅黑</vt:lpstr>
      <vt:lpstr>Arial Unicode MS</vt:lpstr>
      <vt:lpstr>Office 主题​​</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Equation.KSEE3</vt:lpstr>
      <vt:lpstr>空白演示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ShuYan</cp:lastModifiedBy>
  <cp:revision>6</cp:revision>
  <dcterms:created xsi:type="dcterms:W3CDTF">2019-03-21T10:45:00Z</dcterms:created>
  <dcterms:modified xsi:type="dcterms:W3CDTF">2019-03-21T23:36:57Z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2052-11.1.0.8527</vt:lpwstr>
  </property>
</Properties>
</file>